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423" r:id="rId5"/>
    <p:sldId id="421" r:id="rId6"/>
    <p:sldId id="490" r:id="rId7"/>
    <p:sldId id="592" r:id="rId8"/>
    <p:sldId id="593" r:id="rId9"/>
    <p:sldId id="530" r:id="rId10"/>
    <p:sldId id="594" r:id="rId11"/>
    <p:sldId id="533" r:id="rId12"/>
    <p:sldId id="595" r:id="rId13"/>
    <p:sldId id="596" r:id="rId14"/>
    <p:sldId id="597" r:id="rId15"/>
    <p:sldId id="534" r:id="rId16"/>
    <p:sldId id="535" r:id="rId17"/>
    <p:sldId id="536" r:id="rId18"/>
    <p:sldId id="538" r:id="rId19"/>
    <p:sldId id="598" r:id="rId20"/>
    <p:sldId id="599" r:id="rId21"/>
    <p:sldId id="601" r:id="rId22"/>
    <p:sldId id="600" r:id="rId23"/>
    <p:sldId id="300" r:id="rId2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-102" y="-1542"/>
      </p:cViewPr>
      <p:guideLst>
        <p:guide orient="horz" pos="1697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4A1DB-77B4-46A1-8248-376E3A826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99"/>
            <a:ext cx="7772400" cy="110271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754"/>
            <a:ext cx="7772400" cy="102173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416"/>
            <a:ext cx="7772400" cy="11253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361"/>
            <a:ext cx="5411788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9" y="1200361"/>
            <a:ext cx="5411787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550092" y="473199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823"/>
            <a:ext cx="3008313" cy="87169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49" y="204824"/>
            <a:ext cx="5111750" cy="43906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514"/>
            <a:ext cx="3008313" cy="351891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080"/>
            <a:ext cx="5486400" cy="42512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62"/>
            <a:ext cx="5486400" cy="308664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08"/>
            <a:ext cx="5486400" cy="6037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2375" y="206015"/>
            <a:ext cx="2743200" cy="4389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015"/>
            <a:ext cx="8080375" cy="4389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microsoft.com/office/2007/relationships/hdphoto" Target="../media/image2.wdp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1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8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db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57200" y="129540"/>
            <a:ext cx="1127760" cy="391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5"/>
          <p:cNvSpPr/>
          <p:nvPr/>
        </p:nvSpPr>
        <p:spPr bwMode="auto">
          <a:xfrm flipH="1">
            <a:off x="306636" y="662105"/>
            <a:ext cx="1211205" cy="1398008"/>
          </a:xfrm>
          <a:custGeom>
            <a:avLst/>
            <a:gdLst>
              <a:gd name="T0" fmla="*/ 2010 w 2010"/>
              <a:gd name="T1" fmla="*/ 1740 h 2320"/>
              <a:gd name="T2" fmla="*/ 1005 w 2010"/>
              <a:gd name="T3" fmla="*/ 2320 h 2320"/>
              <a:gd name="T4" fmla="*/ 0 w 2010"/>
              <a:gd name="T5" fmla="*/ 1740 h 2320"/>
              <a:gd name="T6" fmla="*/ 0 w 2010"/>
              <a:gd name="T7" fmla="*/ 581 h 2320"/>
              <a:gd name="T8" fmla="*/ 1005 w 2010"/>
              <a:gd name="T9" fmla="*/ 0 h 2320"/>
              <a:gd name="T10" fmla="*/ 2010 w 2010"/>
              <a:gd name="T11" fmla="*/ 581 h 2320"/>
              <a:gd name="T12" fmla="*/ 2010 w 2010"/>
              <a:gd name="T13" fmla="*/ 174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10" h="2320">
                <a:moveTo>
                  <a:pt x="2010" y="1740"/>
                </a:moveTo>
                <a:lnTo>
                  <a:pt x="1005" y="2320"/>
                </a:lnTo>
                <a:lnTo>
                  <a:pt x="0" y="1740"/>
                </a:lnTo>
                <a:lnTo>
                  <a:pt x="0" y="581"/>
                </a:lnTo>
                <a:lnTo>
                  <a:pt x="1005" y="0"/>
                </a:lnTo>
                <a:lnTo>
                  <a:pt x="2010" y="581"/>
                </a:lnTo>
                <a:lnTo>
                  <a:pt x="2010" y="1740"/>
                </a:lnTo>
                <a:close/>
              </a:path>
            </a:pathLst>
          </a:custGeom>
          <a:solidFill>
            <a:srgbClr val="E0E0E0"/>
          </a:solidFill>
          <a:ln w="120650">
            <a:gradFill flip="none" rotWithShape="1">
              <a:gsLst>
                <a:gs pos="0">
                  <a:schemeClr val="bg1">
                    <a:lumMod val="78000"/>
                  </a:schemeClr>
                </a:gs>
                <a:gs pos="100000">
                  <a:schemeClr val="bg1">
                    <a:lumMod val="98000"/>
                  </a:schemeClr>
                </a:gs>
              </a:gsLst>
              <a:lin ang="5400000" scaled="1"/>
              <a:tileRect/>
            </a:gradFill>
          </a:ln>
          <a:effectLst>
            <a:innerShdw blurRad="330200" dist="165100" dir="16200000">
              <a:prstClr val="black">
                <a:alpha val="5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IN-BoldItalic" pitchFamily="50" charset="0"/>
            </a:endParaRPr>
          </a:p>
        </p:txBody>
      </p:sp>
      <p:sp>
        <p:nvSpPr>
          <p:cNvPr id="36" name="Freeform 5"/>
          <p:cNvSpPr/>
          <p:nvPr/>
        </p:nvSpPr>
        <p:spPr bwMode="auto">
          <a:xfrm rot="1709469">
            <a:off x="622097" y="691534"/>
            <a:ext cx="1509454" cy="133781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100000">
                <a:srgbClr val="FDFDFD"/>
              </a:gs>
              <a:gs pos="0">
                <a:srgbClr val="E4E4E4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317500" dist="1270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44409" y="768876"/>
            <a:ext cx="866382" cy="1106502"/>
            <a:chOff x="5499100" y="2711450"/>
            <a:chExt cx="1193801" cy="1524666"/>
          </a:xfr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8" name="Freeform 17"/>
            <p:cNvSpPr/>
            <p:nvPr/>
          </p:nvSpPr>
          <p:spPr bwMode="auto">
            <a:xfrm>
              <a:off x="5892800" y="2711450"/>
              <a:ext cx="401638" cy="439738"/>
            </a:xfrm>
            <a:custGeom>
              <a:avLst/>
              <a:gdLst>
                <a:gd name="T0" fmla="*/ 12 w 106"/>
                <a:gd name="T1" fmla="*/ 75 h 116"/>
                <a:gd name="T2" fmla="*/ 54 w 106"/>
                <a:gd name="T3" fmla="*/ 116 h 116"/>
                <a:gd name="T4" fmla="*/ 96 w 106"/>
                <a:gd name="T5" fmla="*/ 74 h 116"/>
                <a:gd name="T6" fmla="*/ 106 w 106"/>
                <a:gd name="T7" fmla="*/ 56 h 116"/>
                <a:gd name="T8" fmla="*/ 99 w 106"/>
                <a:gd name="T9" fmla="*/ 48 h 116"/>
                <a:gd name="T10" fmla="*/ 54 w 106"/>
                <a:gd name="T11" fmla="*/ 0 h 116"/>
                <a:gd name="T12" fmla="*/ 9 w 106"/>
                <a:gd name="T13" fmla="*/ 47 h 116"/>
                <a:gd name="T14" fmla="*/ 1 w 106"/>
                <a:gd name="T15" fmla="*/ 56 h 116"/>
                <a:gd name="T16" fmla="*/ 12 w 106"/>
                <a:gd name="T17" fmla="*/ 7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16">
                  <a:moveTo>
                    <a:pt x="12" y="75"/>
                  </a:moveTo>
                  <a:cubicBezTo>
                    <a:pt x="18" y="96"/>
                    <a:pt x="31" y="116"/>
                    <a:pt x="54" y="116"/>
                  </a:cubicBezTo>
                  <a:cubicBezTo>
                    <a:pt x="76" y="116"/>
                    <a:pt x="90" y="96"/>
                    <a:pt x="96" y="74"/>
                  </a:cubicBezTo>
                  <a:cubicBezTo>
                    <a:pt x="102" y="72"/>
                    <a:pt x="106" y="63"/>
                    <a:pt x="106" y="56"/>
                  </a:cubicBezTo>
                  <a:cubicBezTo>
                    <a:pt x="105" y="51"/>
                    <a:pt x="103" y="49"/>
                    <a:pt x="99" y="48"/>
                  </a:cubicBezTo>
                  <a:cubicBezTo>
                    <a:pt x="98" y="21"/>
                    <a:pt x="80" y="0"/>
                    <a:pt x="54" y="0"/>
                  </a:cubicBezTo>
                  <a:cubicBezTo>
                    <a:pt x="28" y="0"/>
                    <a:pt x="10" y="21"/>
                    <a:pt x="9" y="47"/>
                  </a:cubicBezTo>
                  <a:cubicBezTo>
                    <a:pt x="4" y="48"/>
                    <a:pt x="2" y="51"/>
                    <a:pt x="1" y="56"/>
                  </a:cubicBezTo>
                  <a:cubicBezTo>
                    <a:pt x="0" y="63"/>
                    <a:pt x="5" y="73"/>
                    <a:pt x="1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Freeform 18"/>
            <p:cNvSpPr/>
            <p:nvPr/>
          </p:nvSpPr>
          <p:spPr bwMode="auto">
            <a:xfrm>
              <a:off x="5499100" y="3695700"/>
              <a:ext cx="1190625" cy="298450"/>
            </a:xfrm>
            <a:custGeom>
              <a:avLst/>
              <a:gdLst>
                <a:gd name="T0" fmla="*/ 0 w 750"/>
                <a:gd name="T1" fmla="*/ 0 h 188"/>
                <a:gd name="T2" fmla="*/ 79 w 750"/>
                <a:gd name="T3" fmla="*/ 188 h 188"/>
                <a:gd name="T4" fmla="*/ 122 w 750"/>
                <a:gd name="T5" fmla="*/ 188 h 188"/>
                <a:gd name="T6" fmla="*/ 119 w 750"/>
                <a:gd name="T7" fmla="*/ 72 h 188"/>
                <a:gd name="T8" fmla="*/ 633 w 750"/>
                <a:gd name="T9" fmla="*/ 72 h 188"/>
                <a:gd name="T10" fmla="*/ 630 w 750"/>
                <a:gd name="T11" fmla="*/ 188 h 188"/>
                <a:gd name="T12" fmla="*/ 673 w 750"/>
                <a:gd name="T13" fmla="*/ 188 h 188"/>
                <a:gd name="T14" fmla="*/ 750 w 750"/>
                <a:gd name="T15" fmla="*/ 0 h 188"/>
                <a:gd name="T16" fmla="*/ 0 w 750"/>
                <a:gd name="T1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0" h="188">
                  <a:moveTo>
                    <a:pt x="0" y="0"/>
                  </a:moveTo>
                  <a:lnTo>
                    <a:pt x="79" y="188"/>
                  </a:lnTo>
                  <a:lnTo>
                    <a:pt x="122" y="188"/>
                  </a:lnTo>
                  <a:lnTo>
                    <a:pt x="119" y="72"/>
                  </a:lnTo>
                  <a:lnTo>
                    <a:pt x="633" y="72"/>
                  </a:lnTo>
                  <a:lnTo>
                    <a:pt x="630" y="188"/>
                  </a:lnTo>
                  <a:lnTo>
                    <a:pt x="673" y="188"/>
                  </a:lnTo>
                  <a:lnTo>
                    <a:pt x="75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>
              <a:off x="5722938" y="3846513"/>
              <a:ext cx="746125" cy="389603"/>
            </a:xfrm>
            <a:custGeom>
              <a:avLst/>
              <a:gdLst>
                <a:gd name="T0" fmla="*/ 2 w 470"/>
                <a:gd name="T1" fmla="*/ 193 h 193"/>
                <a:gd name="T2" fmla="*/ 465 w 470"/>
                <a:gd name="T3" fmla="*/ 193 h 193"/>
                <a:gd name="T4" fmla="*/ 470 w 470"/>
                <a:gd name="T5" fmla="*/ 0 h 193"/>
                <a:gd name="T6" fmla="*/ 0 w 470"/>
                <a:gd name="T7" fmla="*/ 0 h 193"/>
                <a:gd name="T8" fmla="*/ 2 w 470"/>
                <a:gd name="T9" fmla="*/ 193 h 193"/>
                <a:gd name="connsiteX0" fmla="*/ 43 w 10000"/>
                <a:gd name="connsiteY0" fmla="*/ 10000 h 11093"/>
                <a:gd name="connsiteX1" fmla="*/ 9894 w 10000"/>
                <a:gd name="connsiteY1" fmla="*/ 10000 h 11093"/>
                <a:gd name="connsiteX2" fmla="*/ 10000 w 10000"/>
                <a:gd name="connsiteY2" fmla="*/ 0 h 11093"/>
                <a:gd name="connsiteX3" fmla="*/ 0 w 10000"/>
                <a:gd name="connsiteY3" fmla="*/ 0 h 11093"/>
                <a:gd name="connsiteX4" fmla="*/ 43 w 10000"/>
                <a:gd name="connsiteY4" fmla="*/ 10000 h 11093"/>
                <a:gd name="connsiteX0-1" fmla="*/ 43 w 10000"/>
                <a:gd name="connsiteY0-2" fmla="*/ 10000 h 11815"/>
                <a:gd name="connsiteX1-3" fmla="*/ 9894 w 10000"/>
                <a:gd name="connsiteY1-4" fmla="*/ 10000 h 11815"/>
                <a:gd name="connsiteX2-5" fmla="*/ 10000 w 10000"/>
                <a:gd name="connsiteY2-6" fmla="*/ 0 h 11815"/>
                <a:gd name="connsiteX3-7" fmla="*/ 0 w 10000"/>
                <a:gd name="connsiteY3-8" fmla="*/ 0 h 11815"/>
                <a:gd name="connsiteX4-9" fmla="*/ 43 w 10000"/>
                <a:gd name="connsiteY4-10" fmla="*/ 10000 h 11815"/>
                <a:gd name="connsiteX0-11" fmla="*/ 43 w 10000"/>
                <a:gd name="connsiteY0-12" fmla="*/ 10000 h 11784"/>
                <a:gd name="connsiteX1-13" fmla="*/ 9894 w 10000"/>
                <a:gd name="connsiteY1-14" fmla="*/ 10000 h 11784"/>
                <a:gd name="connsiteX2-15" fmla="*/ 10000 w 10000"/>
                <a:gd name="connsiteY2-16" fmla="*/ 0 h 11784"/>
                <a:gd name="connsiteX3-17" fmla="*/ 0 w 10000"/>
                <a:gd name="connsiteY3-18" fmla="*/ 0 h 11784"/>
                <a:gd name="connsiteX4-19" fmla="*/ 43 w 10000"/>
                <a:gd name="connsiteY4-20" fmla="*/ 10000 h 11784"/>
                <a:gd name="connsiteX0-21" fmla="*/ 43 w 10000"/>
                <a:gd name="connsiteY0-22" fmla="*/ 10000 h 11753"/>
                <a:gd name="connsiteX1-23" fmla="*/ 9894 w 10000"/>
                <a:gd name="connsiteY1-24" fmla="*/ 10000 h 11753"/>
                <a:gd name="connsiteX2-25" fmla="*/ 10000 w 10000"/>
                <a:gd name="connsiteY2-26" fmla="*/ 0 h 11753"/>
                <a:gd name="connsiteX3-27" fmla="*/ 0 w 10000"/>
                <a:gd name="connsiteY3-28" fmla="*/ 0 h 11753"/>
                <a:gd name="connsiteX4-29" fmla="*/ 43 w 10000"/>
                <a:gd name="connsiteY4-30" fmla="*/ 10000 h 11753"/>
                <a:gd name="connsiteX0-31" fmla="*/ 43 w 10000"/>
                <a:gd name="connsiteY0-32" fmla="*/ 10000 h 12074"/>
                <a:gd name="connsiteX1-33" fmla="*/ 9894 w 10000"/>
                <a:gd name="connsiteY1-34" fmla="*/ 10000 h 12074"/>
                <a:gd name="connsiteX2-35" fmla="*/ 10000 w 10000"/>
                <a:gd name="connsiteY2-36" fmla="*/ 0 h 12074"/>
                <a:gd name="connsiteX3-37" fmla="*/ 0 w 10000"/>
                <a:gd name="connsiteY3-38" fmla="*/ 0 h 12074"/>
                <a:gd name="connsiteX4-39" fmla="*/ 43 w 10000"/>
                <a:gd name="connsiteY4-40" fmla="*/ 10000 h 12074"/>
                <a:gd name="connsiteX0-41" fmla="*/ 43 w 10000"/>
                <a:gd name="connsiteY0-42" fmla="*/ 10000 h 12813"/>
                <a:gd name="connsiteX1-43" fmla="*/ 9894 w 10000"/>
                <a:gd name="connsiteY1-44" fmla="*/ 10000 h 12813"/>
                <a:gd name="connsiteX2-45" fmla="*/ 10000 w 10000"/>
                <a:gd name="connsiteY2-46" fmla="*/ 0 h 12813"/>
                <a:gd name="connsiteX3-47" fmla="*/ 0 w 10000"/>
                <a:gd name="connsiteY3-48" fmla="*/ 0 h 12813"/>
                <a:gd name="connsiteX4-49" fmla="*/ 43 w 10000"/>
                <a:gd name="connsiteY4-50" fmla="*/ 10000 h 12813"/>
                <a:gd name="connsiteX0-51" fmla="*/ 43 w 10000"/>
                <a:gd name="connsiteY0-52" fmla="*/ 10000 h 12716"/>
                <a:gd name="connsiteX1-53" fmla="*/ 9963 w 10000"/>
                <a:gd name="connsiteY1-54" fmla="*/ 9777 h 12716"/>
                <a:gd name="connsiteX2-55" fmla="*/ 10000 w 10000"/>
                <a:gd name="connsiteY2-56" fmla="*/ 0 h 12716"/>
                <a:gd name="connsiteX3-57" fmla="*/ 0 w 10000"/>
                <a:gd name="connsiteY3-58" fmla="*/ 0 h 12716"/>
                <a:gd name="connsiteX4-59" fmla="*/ 43 w 10000"/>
                <a:gd name="connsiteY4-60" fmla="*/ 10000 h 127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2716">
                  <a:moveTo>
                    <a:pt x="43" y="10000"/>
                  </a:moveTo>
                  <a:cubicBezTo>
                    <a:pt x="3260" y="14266"/>
                    <a:pt x="7554" y="12976"/>
                    <a:pt x="9963" y="9777"/>
                  </a:cubicBezTo>
                  <a:cubicBezTo>
                    <a:pt x="9998" y="6444"/>
                    <a:pt x="9965" y="3333"/>
                    <a:pt x="10000" y="0"/>
                  </a:cubicBezTo>
                  <a:lnTo>
                    <a:pt x="0" y="0"/>
                  </a:lnTo>
                  <a:cubicBezTo>
                    <a:pt x="14" y="3333"/>
                    <a:pt x="29" y="6667"/>
                    <a:pt x="43" y="100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6488113" y="36004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5684838" y="3173413"/>
              <a:ext cx="1008063" cy="450850"/>
            </a:xfrm>
            <a:custGeom>
              <a:avLst/>
              <a:gdLst>
                <a:gd name="T0" fmla="*/ 49 w 266"/>
                <a:gd name="T1" fmla="*/ 64 h 119"/>
                <a:gd name="T2" fmla="*/ 49 w 266"/>
                <a:gd name="T3" fmla="*/ 64 h 119"/>
                <a:gd name="T4" fmla="*/ 49 w 266"/>
                <a:gd name="T5" fmla="*/ 119 h 119"/>
                <a:gd name="T6" fmla="*/ 105 w 266"/>
                <a:gd name="T7" fmla="*/ 119 h 119"/>
                <a:gd name="T8" fmla="*/ 102 w 266"/>
                <a:gd name="T9" fmla="*/ 83 h 119"/>
                <a:gd name="T10" fmla="*/ 108 w 266"/>
                <a:gd name="T11" fmla="*/ 74 h 119"/>
                <a:gd name="T12" fmla="*/ 115 w 266"/>
                <a:gd name="T13" fmla="*/ 83 h 119"/>
                <a:gd name="T14" fmla="*/ 112 w 266"/>
                <a:gd name="T15" fmla="*/ 119 h 119"/>
                <a:gd name="T16" fmla="*/ 167 w 266"/>
                <a:gd name="T17" fmla="*/ 119 h 119"/>
                <a:gd name="T18" fmla="*/ 167 w 266"/>
                <a:gd name="T19" fmla="*/ 76 h 119"/>
                <a:gd name="T20" fmla="*/ 179 w 266"/>
                <a:gd name="T21" fmla="*/ 95 h 119"/>
                <a:gd name="T22" fmla="*/ 187 w 266"/>
                <a:gd name="T23" fmla="*/ 105 h 119"/>
                <a:gd name="T24" fmla="*/ 192 w 266"/>
                <a:gd name="T25" fmla="*/ 110 h 119"/>
                <a:gd name="T26" fmla="*/ 197 w 266"/>
                <a:gd name="T27" fmla="*/ 112 h 119"/>
                <a:gd name="T28" fmla="*/ 205 w 266"/>
                <a:gd name="T29" fmla="*/ 114 h 119"/>
                <a:gd name="T30" fmla="*/ 212 w 266"/>
                <a:gd name="T31" fmla="*/ 113 h 119"/>
                <a:gd name="T32" fmla="*/ 216 w 266"/>
                <a:gd name="T33" fmla="*/ 111 h 119"/>
                <a:gd name="T34" fmla="*/ 220 w 266"/>
                <a:gd name="T35" fmla="*/ 108 h 119"/>
                <a:gd name="T36" fmla="*/ 226 w 266"/>
                <a:gd name="T37" fmla="*/ 103 h 119"/>
                <a:gd name="T38" fmla="*/ 236 w 266"/>
                <a:gd name="T39" fmla="*/ 92 h 119"/>
                <a:gd name="T40" fmla="*/ 259 w 266"/>
                <a:gd name="T41" fmla="*/ 67 h 119"/>
                <a:gd name="T42" fmla="*/ 257 w 266"/>
                <a:gd name="T43" fmla="*/ 39 h 119"/>
                <a:gd name="T44" fmla="*/ 254 w 266"/>
                <a:gd name="T45" fmla="*/ 37 h 119"/>
                <a:gd name="T46" fmla="*/ 262 w 266"/>
                <a:gd name="T47" fmla="*/ 29 h 119"/>
                <a:gd name="T48" fmla="*/ 262 w 266"/>
                <a:gd name="T49" fmla="*/ 18 h 119"/>
                <a:gd name="T50" fmla="*/ 251 w 266"/>
                <a:gd name="T51" fmla="*/ 18 h 119"/>
                <a:gd name="T52" fmla="*/ 233 w 266"/>
                <a:gd name="T53" fmla="*/ 38 h 119"/>
                <a:gd name="T54" fmla="*/ 229 w 266"/>
                <a:gd name="T55" fmla="*/ 41 h 119"/>
                <a:gd name="T56" fmla="*/ 229 w 266"/>
                <a:gd name="T57" fmla="*/ 41 h 119"/>
                <a:gd name="T58" fmla="*/ 211 w 266"/>
                <a:gd name="T59" fmla="*/ 62 h 119"/>
                <a:gd name="T60" fmla="*/ 207 w 266"/>
                <a:gd name="T61" fmla="*/ 66 h 119"/>
                <a:gd name="T62" fmla="*/ 204 w 266"/>
                <a:gd name="T63" fmla="*/ 60 h 119"/>
                <a:gd name="T64" fmla="*/ 190 w 266"/>
                <a:gd name="T65" fmla="*/ 35 h 119"/>
                <a:gd name="T66" fmla="*/ 186 w 266"/>
                <a:gd name="T67" fmla="*/ 26 h 119"/>
                <a:gd name="T68" fmla="*/ 184 w 266"/>
                <a:gd name="T69" fmla="*/ 23 h 119"/>
                <a:gd name="T70" fmla="*/ 184 w 266"/>
                <a:gd name="T71" fmla="*/ 22 h 119"/>
                <a:gd name="T72" fmla="*/ 184 w 266"/>
                <a:gd name="T73" fmla="*/ 22 h 119"/>
                <a:gd name="T74" fmla="*/ 179 w 266"/>
                <a:gd name="T75" fmla="*/ 16 h 119"/>
                <a:gd name="T76" fmla="*/ 152 w 266"/>
                <a:gd name="T77" fmla="*/ 4 h 119"/>
                <a:gd name="T78" fmla="*/ 138 w 266"/>
                <a:gd name="T79" fmla="*/ 0 h 119"/>
                <a:gd name="T80" fmla="*/ 138 w 266"/>
                <a:gd name="T81" fmla="*/ 0 h 119"/>
                <a:gd name="T82" fmla="*/ 138 w 266"/>
                <a:gd name="T83" fmla="*/ 0 h 119"/>
                <a:gd name="T84" fmla="*/ 120 w 266"/>
                <a:gd name="T85" fmla="*/ 62 h 119"/>
                <a:gd name="T86" fmla="*/ 114 w 266"/>
                <a:gd name="T87" fmla="*/ 24 h 119"/>
                <a:gd name="T88" fmla="*/ 119 w 266"/>
                <a:gd name="T89" fmla="*/ 12 h 119"/>
                <a:gd name="T90" fmla="*/ 111 w 266"/>
                <a:gd name="T91" fmla="*/ 5 h 119"/>
                <a:gd name="T92" fmla="*/ 105 w 266"/>
                <a:gd name="T93" fmla="*/ 5 h 119"/>
                <a:gd name="T94" fmla="*/ 97 w 266"/>
                <a:gd name="T95" fmla="*/ 12 h 119"/>
                <a:gd name="T96" fmla="*/ 102 w 266"/>
                <a:gd name="T97" fmla="*/ 24 h 119"/>
                <a:gd name="T98" fmla="*/ 96 w 266"/>
                <a:gd name="T99" fmla="*/ 62 h 119"/>
                <a:gd name="T100" fmla="*/ 78 w 266"/>
                <a:gd name="T101" fmla="*/ 0 h 119"/>
                <a:gd name="T102" fmla="*/ 78 w 266"/>
                <a:gd name="T103" fmla="*/ 0 h 119"/>
                <a:gd name="T104" fmla="*/ 78 w 266"/>
                <a:gd name="T105" fmla="*/ 0 h 119"/>
                <a:gd name="T106" fmla="*/ 67 w 266"/>
                <a:gd name="T107" fmla="*/ 4 h 119"/>
                <a:gd name="T108" fmla="*/ 28 w 266"/>
                <a:gd name="T109" fmla="*/ 20 h 119"/>
                <a:gd name="T110" fmla="*/ 0 w 266"/>
                <a:gd name="T111" fmla="*/ 119 h 119"/>
                <a:gd name="T112" fmla="*/ 38 w 266"/>
                <a:gd name="T113" fmla="*/ 119 h 119"/>
                <a:gd name="T114" fmla="*/ 49 w 266"/>
                <a:gd name="T115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6" h="119">
                  <a:moveTo>
                    <a:pt x="49" y="64"/>
                  </a:moveTo>
                  <a:cubicBezTo>
                    <a:pt x="49" y="64"/>
                    <a:pt x="49" y="64"/>
                    <a:pt x="49" y="64"/>
                  </a:cubicBezTo>
                  <a:cubicBezTo>
                    <a:pt x="49" y="119"/>
                    <a:pt x="49" y="119"/>
                    <a:pt x="49" y="119"/>
                  </a:cubicBezTo>
                  <a:cubicBezTo>
                    <a:pt x="105" y="119"/>
                    <a:pt x="105" y="119"/>
                    <a:pt x="105" y="119"/>
                  </a:cubicBezTo>
                  <a:cubicBezTo>
                    <a:pt x="102" y="83"/>
                    <a:pt x="102" y="83"/>
                    <a:pt x="102" y="83"/>
                  </a:cubicBezTo>
                  <a:cubicBezTo>
                    <a:pt x="102" y="78"/>
                    <a:pt x="105" y="74"/>
                    <a:pt x="108" y="74"/>
                  </a:cubicBezTo>
                  <a:cubicBezTo>
                    <a:pt x="112" y="74"/>
                    <a:pt x="115" y="78"/>
                    <a:pt x="115" y="83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76"/>
                    <a:pt x="167" y="76"/>
                    <a:pt x="167" y="76"/>
                  </a:cubicBezTo>
                  <a:cubicBezTo>
                    <a:pt x="171" y="83"/>
                    <a:pt x="175" y="89"/>
                    <a:pt x="179" y="95"/>
                  </a:cubicBezTo>
                  <a:cubicBezTo>
                    <a:pt x="182" y="99"/>
                    <a:pt x="184" y="102"/>
                    <a:pt x="187" y="105"/>
                  </a:cubicBezTo>
                  <a:cubicBezTo>
                    <a:pt x="188" y="106"/>
                    <a:pt x="190" y="108"/>
                    <a:pt x="192" y="110"/>
                  </a:cubicBezTo>
                  <a:cubicBezTo>
                    <a:pt x="193" y="111"/>
                    <a:pt x="195" y="111"/>
                    <a:pt x="197" y="112"/>
                  </a:cubicBezTo>
                  <a:cubicBezTo>
                    <a:pt x="199" y="113"/>
                    <a:pt x="202" y="114"/>
                    <a:pt x="205" y="114"/>
                  </a:cubicBezTo>
                  <a:cubicBezTo>
                    <a:pt x="207" y="114"/>
                    <a:pt x="209" y="114"/>
                    <a:pt x="212" y="113"/>
                  </a:cubicBezTo>
                  <a:cubicBezTo>
                    <a:pt x="214" y="112"/>
                    <a:pt x="215" y="112"/>
                    <a:pt x="216" y="111"/>
                  </a:cubicBezTo>
                  <a:cubicBezTo>
                    <a:pt x="218" y="110"/>
                    <a:pt x="219" y="109"/>
                    <a:pt x="220" y="108"/>
                  </a:cubicBezTo>
                  <a:cubicBezTo>
                    <a:pt x="222" y="107"/>
                    <a:pt x="224" y="105"/>
                    <a:pt x="226" y="103"/>
                  </a:cubicBezTo>
                  <a:cubicBezTo>
                    <a:pt x="229" y="100"/>
                    <a:pt x="233" y="96"/>
                    <a:pt x="236" y="92"/>
                  </a:cubicBezTo>
                  <a:cubicBezTo>
                    <a:pt x="247" y="80"/>
                    <a:pt x="259" y="67"/>
                    <a:pt x="259" y="67"/>
                  </a:cubicBezTo>
                  <a:cubicBezTo>
                    <a:pt x="266" y="58"/>
                    <a:pt x="265" y="46"/>
                    <a:pt x="257" y="39"/>
                  </a:cubicBezTo>
                  <a:cubicBezTo>
                    <a:pt x="256" y="38"/>
                    <a:pt x="255" y="38"/>
                    <a:pt x="254" y="37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65" y="26"/>
                    <a:pt x="265" y="21"/>
                    <a:pt x="262" y="18"/>
                  </a:cubicBezTo>
                  <a:cubicBezTo>
                    <a:pt x="259" y="15"/>
                    <a:pt x="254" y="15"/>
                    <a:pt x="251" y="18"/>
                  </a:cubicBezTo>
                  <a:cubicBezTo>
                    <a:pt x="233" y="38"/>
                    <a:pt x="233" y="38"/>
                    <a:pt x="233" y="38"/>
                  </a:cubicBezTo>
                  <a:cubicBezTo>
                    <a:pt x="231" y="39"/>
                    <a:pt x="230" y="40"/>
                    <a:pt x="229" y="41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27" y="43"/>
                    <a:pt x="219" y="53"/>
                    <a:pt x="211" y="62"/>
                  </a:cubicBezTo>
                  <a:cubicBezTo>
                    <a:pt x="209" y="63"/>
                    <a:pt x="208" y="64"/>
                    <a:pt x="207" y="66"/>
                  </a:cubicBezTo>
                  <a:cubicBezTo>
                    <a:pt x="206" y="64"/>
                    <a:pt x="205" y="62"/>
                    <a:pt x="204" y="60"/>
                  </a:cubicBezTo>
                  <a:cubicBezTo>
                    <a:pt x="199" y="52"/>
                    <a:pt x="194" y="42"/>
                    <a:pt x="190" y="35"/>
                  </a:cubicBezTo>
                  <a:cubicBezTo>
                    <a:pt x="188" y="31"/>
                    <a:pt x="187" y="28"/>
                    <a:pt x="186" y="26"/>
                  </a:cubicBezTo>
                  <a:cubicBezTo>
                    <a:pt x="185" y="24"/>
                    <a:pt x="185" y="24"/>
                    <a:pt x="184" y="23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0"/>
                    <a:pt x="181" y="18"/>
                    <a:pt x="179" y="16"/>
                  </a:cubicBezTo>
                  <a:cubicBezTo>
                    <a:pt x="177" y="13"/>
                    <a:pt x="171" y="9"/>
                    <a:pt x="152" y="4"/>
                  </a:cubicBezTo>
                  <a:cubicBezTo>
                    <a:pt x="147" y="2"/>
                    <a:pt x="142" y="1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7" y="10"/>
                    <a:pt x="134" y="33"/>
                    <a:pt x="120" y="62"/>
                  </a:cubicBezTo>
                  <a:cubicBezTo>
                    <a:pt x="118" y="43"/>
                    <a:pt x="115" y="26"/>
                    <a:pt x="114" y="24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6"/>
                    <a:pt x="99" y="43"/>
                    <a:pt x="96" y="62"/>
                  </a:cubicBezTo>
                  <a:cubicBezTo>
                    <a:pt x="83" y="33"/>
                    <a:pt x="79" y="1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4" y="1"/>
                    <a:pt x="70" y="2"/>
                    <a:pt x="67" y="4"/>
                  </a:cubicBezTo>
                  <a:cubicBezTo>
                    <a:pt x="55" y="8"/>
                    <a:pt x="38" y="14"/>
                    <a:pt x="28" y="20"/>
                  </a:cubicBezTo>
                  <a:cubicBezTo>
                    <a:pt x="23" y="25"/>
                    <a:pt x="7" y="47"/>
                    <a:pt x="0" y="119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40" y="95"/>
                    <a:pt x="46" y="65"/>
                    <a:pt x="49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2250440" y="736600"/>
            <a:ext cx="17145" cy="1547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27910" y="662305"/>
            <a:ext cx="517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深蓝软件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2366645" y="1330325"/>
            <a:ext cx="4690110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标题 4"/>
          <p:cNvSpPr txBox="1"/>
          <p:nvPr/>
        </p:nvSpPr>
        <p:spPr>
          <a:xfrm>
            <a:off x="2304338" y="1453362"/>
            <a:ext cx="3171906" cy="27651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努力成为中国软件的翘楚 </a:t>
            </a:r>
            <a:endParaRPr lang="en-US" altLang="zh-CN" sz="135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22574" y="1833767"/>
            <a:ext cx="2905313" cy="2797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TextBox 7"/>
          <p:cNvSpPr>
            <a:spLocks noChangeArrowheads="1"/>
          </p:cNvSpPr>
          <p:nvPr/>
        </p:nvSpPr>
        <p:spPr bwMode="auto">
          <a:xfrm>
            <a:off x="2707261" y="1883852"/>
            <a:ext cx="2242682" cy="16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制作人</a:t>
            </a:r>
            <a:r>
              <a:rPr lang="zh-CN" altLang="en-US" sz="105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：深蓝学霸</a:t>
            </a:r>
            <a:endParaRPr lang="zh-CN" altLang="en-US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304338" y="1743413"/>
            <a:ext cx="468297" cy="468297"/>
            <a:chOff x="4333987" y="2362200"/>
            <a:chExt cx="2905011" cy="2905012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  <a:effectLst>
            <a:outerShdw blurRad="177800" dist="889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7" name="任意多边形 56"/>
            <p:cNvSpPr/>
            <p:nvPr/>
          </p:nvSpPr>
          <p:spPr>
            <a:xfrm>
              <a:off x="4333987" y="2362200"/>
              <a:ext cx="2905011" cy="2905012"/>
            </a:xfrm>
            <a:custGeom>
              <a:avLst/>
              <a:gdLst>
                <a:gd name="connsiteX0" fmla="*/ 1452506 w 2905012"/>
                <a:gd name="connsiteY0" fmla="*/ 376181 h 2905012"/>
                <a:gd name="connsiteX1" fmla="*/ 376181 w 2905012"/>
                <a:gd name="connsiteY1" fmla="*/ 1452506 h 2905012"/>
                <a:gd name="connsiteX2" fmla="*/ 1452506 w 2905012"/>
                <a:gd name="connsiteY2" fmla="*/ 2528831 h 2905012"/>
                <a:gd name="connsiteX3" fmla="*/ 2528831 w 2905012"/>
                <a:gd name="connsiteY3" fmla="*/ 1452506 h 2905012"/>
                <a:gd name="connsiteX4" fmla="*/ 1452506 w 2905012"/>
                <a:gd name="connsiteY4" fmla="*/ 376181 h 2905012"/>
                <a:gd name="connsiteX5" fmla="*/ 1452506 w 2905012"/>
                <a:gd name="connsiteY5" fmla="*/ 0 h 2905012"/>
                <a:gd name="connsiteX6" fmla="*/ 1601017 w 2905012"/>
                <a:gd name="connsiteY6" fmla="*/ 7499 h 2905012"/>
                <a:gd name="connsiteX7" fmla="*/ 1643977 w 2905012"/>
                <a:gd name="connsiteY7" fmla="*/ 14056 h 2905012"/>
                <a:gd name="connsiteX8" fmla="*/ 1695533 w 2905012"/>
                <a:gd name="connsiteY8" fmla="*/ 284571 h 2905012"/>
                <a:gd name="connsiteX9" fmla="*/ 1769616 w 2905012"/>
                <a:gd name="connsiteY9" fmla="*/ 301003 h 2905012"/>
                <a:gd name="connsiteX10" fmla="*/ 1825934 w 2905012"/>
                <a:gd name="connsiteY10" fmla="*/ 319615 h 2905012"/>
                <a:gd name="connsiteX11" fmla="*/ 2006748 w 2905012"/>
                <a:gd name="connsiteY11" fmla="*/ 110068 h 2905012"/>
                <a:gd name="connsiteX12" fmla="*/ 2017887 w 2905012"/>
                <a:gd name="connsiteY12" fmla="*/ 114145 h 2905012"/>
                <a:gd name="connsiteX13" fmla="*/ 2264616 w 2905012"/>
                <a:gd name="connsiteY13" fmla="*/ 248065 h 2905012"/>
                <a:gd name="connsiteX14" fmla="*/ 2337523 w 2905012"/>
                <a:gd name="connsiteY14" fmla="*/ 302584 h 2905012"/>
                <a:gd name="connsiteX15" fmla="*/ 2247066 w 2905012"/>
                <a:gd name="connsiteY15" fmla="*/ 562199 h 2905012"/>
                <a:gd name="connsiteX16" fmla="*/ 2280217 w 2905012"/>
                <a:gd name="connsiteY16" fmla="*/ 591137 h 2905012"/>
                <a:gd name="connsiteX17" fmla="*/ 2343125 w 2905012"/>
                <a:gd name="connsiteY17" fmla="*/ 657838 h 2905012"/>
                <a:gd name="connsiteX18" fmla="*/ 2602428 w 2905012"/>
                <a:gd name="connsiteY18" fmla="*/ 567489 h 2905012"/>
                <a:gd name="connsiteX19" fmla="*/ 2656947 w 2905012"/>
                <a:gd name="connsiteY19" fmla="*/ 640396 h 2905012"/>
                <a:gd name="connsiteX20" fmla="*/ 2790867 w 2905012"/>
                <a:gd name="connsiteY20" fmla="*/ 887125 h 2905012"/>
                <a:gd name="connsiteX21" fmla="*/ 2794944 w 2905012"/>
                <a:gd name="connsiteY21" fmla="*/ 898265 h 2905012"/>
                <a:gd name="connsiteX22" fmla="*/ 2586495 w 2905012"/>
                <a:gd name="connsiteY22" fmla="*/ 1078131 h 2905012"/>
                <a:gd name="connsiteX23" fmla="*/ 2616181 w 2905012"/>
                <a:gd name="connsiteY23" fmla="*/ 1182468 h 2905012"/>
                <a:gd name="connsiteX24" fmla="*/ 2621126 w 2905012"/>
                <a:gd name="connsiteY24" fmla="*/ 1209611 h 2905012"/>
                <a:gd name="connsiteX25" fmla="*/ 2890957 w 2905012"/>
                <a:gd name="connsiteY25" fmla="*/ 1261036 h 2905012"/>
                <a:gd name="connsiteX26" fmla="*/ 2897513 w 2905012"/>
                <a:gd name="connsiteY26" fmla="*/ 1303996 h 2905012"/>
                <a:gd name="connsiteX27" fmla="*/ 2905012 w 2905012"/>
                <a:gd name="connsiteY27" fmla="*/ 1452506 h 2905012"/>
                <a:gd name="connsiteX28" fmla="*/ 2897513 w 2905012"/>
                <a:gd name="connsiteY28" fmla="*/ 1601016 h 2905012"/>
                <a:gd name="connsiteX29" fmla="*/ 2890957 w 2905012"/>
                <a:gd name="connsiteY29" fmla="*/ 1643977 h 2905012"/>
                <a:gd name="connsiteX30" fmla="*/ 2620440 w 2905012"/>
                <a:gd name="connsiteY30" fmla="*/ 1695533 h 2905012"/>
                <a:gd name="connsiteX31" fmla="*/ 2604008 w 2905012"/>
                <a:gd name="connsiteY31" fmla="*/ 1769614 h 2905012"/>
                <a:gd name="connsiteX32" fmla="*/ 2585396 w 2905012"/>
                <a:gd name="connsiteY32" fmla="*/ 1825933 h 2905012"/>
                <a:gd name="connsiteX33" fmla="*/ 2794944 w 2905012"/>
                <a:gd name="connsiteY33" fmla="*/ 2006748 h 2905012"/>
                <a:gd name="connsiteX34" fmla="*/ 2790867 w 2905012"/>
                <a:gd name="connsiteY34" fmla="*/ 2017887 h 2905012"/>
                <a:gd name="connsiteX35" fmla="*/ 2656947 w 2905012"/>
                <a:gd name="connsiteY35" fmla="*/ 2264616 h 2905012"/>
                <a:gd name="connsiteX36" fmla="*/ 2602428 w 2905012"/>
                <a:gd name="connsiteY36" fmla="*/ 2337523 h 2905012"/>
                <a:gd name="connsiteX37" fmla="*/ 2342811 w 2905012"/>
                <a:gd name="connsiteY37" fmla="*/ 2247065 h 2905012"/>
                <a:gd name="connsiteX38" fmla="*/ 2313875 w 2905012"/>
                <a:gd name="connsiteY38" fmla="*/ 2280215 h 2905012"/>
                <a:gd name="connsiteX39" fmla="*/ 2247174 w 2905012"/>
                <a:gd name="connsiteY39" fmla="*/ 2343123 h 2905012"/>
                <a:gd name="connsiteX40" fmla="*/ 2337523 w 2905012"/>
                <a:gd name="connsiteY40" fmla="*/ 2602428 h 2905012"/>
                <a:gd name="connsiteX41" fmla="*/ 2264616 w 2905012"/>
                <a:gd name="connsiteY41" fmla="*/ 2656947 h 2905012"/>
                <a:gd name="connsiteX42" fmla="*/ 2017887 w 2905012"/>
                <a:gd name="connsiteY42" fmla="*/ 2790867 h 2905012"/>
                <a:gd name="connsiteX43" fmla="*/ 2006748 w 2905012"/>
                <a:gd name="connsiteY43" fmla="*/ 2794944 h 2905012"/>
                <a:gd name="connsiteX44" fmla="*/ 1826880 w 2905012"/>
                <a:gd name="connsiteY44" fmla="*/ 2586493 h 2905012"/>
                <a:gd name="connsiteX45" fmla="*/ 1722544 w 2905012"/>
                <a:gd name="connsiteY45" fmla="*/ 2616179 h 2905012"/>
                <a:gd name="connsiteX46" fmla="*/ 1695403 w 2905012"/>
                <a:gd name="connsiteY46" fmla="*/ 2621123 h 2905012"/>
                <a:gd name="connsiteX47" fmla="*/ 1643977 w 2905012"/>
                <a:gd name="connsiteY47" fmla="*/ 2890957 h 2905012"/>
                <a:gd name="connsiteX48" fmla="*/ 1601017 w 2905012"/>
                <a:gd name="connsiteY48" fmla="*/ 2897513 h 2905012"/>
                <a:gd name="connsiteX49" fmla="*/ 1452506 w 2905012"/>
                <a:gd name="connsiteY49" fmla="*/ 2905012 h 2905012"/>
                <a:gd name="connsiteX50" fmla="*/ 1303996 w 2905012"/>
                <a:gd name="connsiteY50" fmla="*/ 2897513 h 2905012"/>
                <a:gd name="connsiteX51" fmla="*/ 1261036 w 2905012"/>
                <a:gd name="connsiteY51" fmla="*/ 2890957 h 2905012"/>
                <a:gd name="connsiteX52" fmla="*/ 1209479 w 2905012"/>
                <a:gd name="connsiteY52" fmla="*/ 2620437 h 2905012"/>
                <a:gd name="connsiteX53" fmla="*/ 1135396 w 2905012"/>
                <a:gd name="connsiteY53" fmla="*/ 2604005 h 2905012"/>
                <a:gd name="connsiteX54" fmla="*/ 1079081 w 2905012"/>
                <a:gd name="connsiteY54" fmla="*/ 2585394 h 2905012"/>
                <a:gd name="connsiteX55" fmla="*/ 898265 w 2905012"/>
                <a:gd name="connsiteY55" fmla="*/ 2794944 h 2905012"/>
                <a:gd name="connsiteX56" fmla="*/ 887125 w 2905012"/>
                <a:gd name="connsiteY56" fmla="*/ 2790867 h 2905012"/>
                <a:gd name="connsiteX57" fmla="*/ 640396 w 2905012"/>
                <a:gd name="connsiteY57" fmla="*/ 2656947 h 2905012"/>
                <a:gd name="connsiteX58" fmla="*/ 567489 w 2905012"/>
                <a:gd name="connsiteY58" fmla="*/ 2602428 h 2905012"/>
                <a:gd name="connsiteX59" fmla="*/ 657947 w 2905012"/>
                <a:gd name="connsiteY59" fmla="*/ 2342810 h 2905012"/>
                <a:gd name="connsiteX60" fmla="*/ 624796 w 2905012"/>
                <a:gd name="connsiteY60" fmla="*/ 2313872 h 2905012"/>
                <a:gd name="connsiteX61" fmla="*/ 561890 w 2905012"/>
                <a:gd name="connsiteY61" fmla="*/ 2247174 h 2905012"/>
                <a:gd name="connsiteX62" fmla="*/ 302584 w 2905012"/>
                <a:gd name="connsiteY62" fmla="*/ 2337523 h 2905012"/>
                <a:gd name="connsiteX63" fmla="*/ 248066 w 2905012"/>
                <a:gd name="connsiteY63" fmla="*/ 2264616 h 2905012"/>
                <a:gd name="connsiteX64" fmla="*/ 114145 w 2905012"/>
                <a:gd name="connsiteY64" fmla="*/ 2017887 h 2905012"/>
                <a:gd name="connsiteX65" fmla="*/ 110068 w 2905012"/>
                <a:gd name="connsiteY65" fmla="*/ 2006748 h 2905012"/>
                <a:gd name="connsiteX66" fmla="*/ 318519 w 2905012"/>
                <a:gd name="connsiteY66" fmla="*/ 1826880 h 2905012"/>
                <a:gd name="connsiteX67" fmla="*/ 288831 w 2905012"/>
                <a:gd name="connsiteY67" fmla="*/ 1722541 h 2905012"/>
                <a:gd name="connsiteX68" fmla="*/ 283887 w 2905012"/>
                <a:gd name="connsiteY68" fmla="*/ 1695402 h 2905012"/>
                <a:gd name="connsiteX69" fmla="*/ 14056 w 2905012"/>
                <a:gd name="connsiteY69" fmla="*/ 1643977 h 2905012"/>
                <a:gd name="connsiteX70" fmla="*/ 7499 w 2905012"/>
                <a:gd name="connsiteY70" fmla="*/ 1601016 h 2905012"/>
                <a:gd name="connsiteX71" fmla="*/ 0 w 2905012"/>
                <a:gd name="connsiteY71" fmla="*/ 1452506 h 2905012"/>
                <a:gd name="connsiteX72" fmla="*/ 7499 w 2905012"/>
                <a:gd name="connsiteY72" fmla="*/ 1303996 h 2905012"/>
                <a:gd name="connsiteX73" fmla="*/ 14056 w 2905012"/>
                <a:gd name="connsiteY73" fmla="*/ 1261036 h 2905012"/>
                <a:gd name="connsiteX74" fmla="*/ 284572 w 2905012"/>
                <a:gd name="connsiteY74" fmla="*/ 1209480 h 2905012"/>
                <a:gd name="connsiteX75" fmla="*/ 301005 w 2905012"/>
                <a:gd name="connsiteY75" fmla="*/ 1135394 h 2905012"/>
                <a:gd name="connsiteX76" fmla="*/ 319616 w 2905012"/>
                <a:gd name="connsiteY76" fmla="*/ 1079079 h 2905012"/>
                <a:gd name="connsiteX77" fmla="*/ 110068 w 2905012"/>
                <a:gd name="connsiteY77" fmla="*/ 898264 h 2905012"/>
                <a:gd name="connsiteX78" fmla="*/ 114145 w 2905012"/>
                <a:gd name="connsiteY78" fmla="*/ 887125 h 2905012"/>
                <a:gd name="connsiteX79" fmla="*/ 248066 w 2905012"/>
                <a:gd name="connsiteY79" fmla="*/ 640396 h 2905012"/>
                <a:gd name="connsiteX80" fmla="*/ 302584 w 2905012"/>
                <a:gd name="connsiteY80" fmla="*/ 567489 h 2905012"/>
                <a:gd name="connsiteX81" fmla="*/ 562199 w 2905012"/>
                <a:gd name="connsiteY81" fmla="*/ 657946 h 2905012"/>
                <a:gd name="connsiteX82" fmla="*/ 591138 w 2905012"/>
                <a:gd name="connsiteY82" fmla="*/ 624794 h 2905012"/>
                <a:gd name="connsiteX83" fmla="*/ 657838 w 2905012"/>
                <a:gd name="connsiteY83" fmla="*/ 561888 h 2905012"/>
                <a:gd name="connsiteX84" fmla="*/ 567489 w 2905012"/>
                <a:gd name="connsiteY84" fmla="*/ 302584 h 2905012"/>
                <a:gd name="connsiteX85" fmla="*/ 640396 w 2905012"/>
                <a:gd name="connsiteY85" fmla="*/ 248065 h 2905012"/>
                <a:gd name="connsiteX86" fmla="*/ 887125 w 2905012"/>
                <a:gd name="connsiteY86" fmla="*/ 114145 h 2905012"/>
                <a:gd name="connsiteX87" fmla="*/ 898265 w 2905012"/>
                <a:gd name="connsiteY87" fmla="*/ 110068 h 2905012"/>
                <a:gd name="connsiteX88" fmla="*/ 1078131 w 2905012"/>
                <a:gd name="connsiteY88" fmla="*/ 318516 h 2905012"/>
                <a:gd name="connsiteX89" fmla="*/ 1182469 w 2905012"/>
                <a:gd name="connsiteY89" fmla="*/ 288830 h 2905012"/>
                <a:gd name="connsiteX90" fmla="*/ 1209611 w 2905012"/>
                <a:gd name="connsiteY90" fmla="*/ 283886 h 2905012"/>
                <a:gd name="connsiteX91" fmla="*/ 1261036 w 2905012"/>
                <a:gd name="connsiteY91" fmla="*/ 14056 h 2905012"/>
                <a:gd name="connsiteX92" fmla="*/ 1303996 w 2905012"/>
                <a:gd name="connsiteY92" fmla="*/ 7499 h 2905012"/>
                <a:gd name="connsiteX93" fmla="*/ 1452506 w 2905012"/>
                <a:gd name="connsiteY93" fmla="*/ 0 h 29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05012" h="2905012">
                  <a:moveTo>
                    <a:pt x="1452506" y="376181"/>
                  </a:moveTo>
                  <a:cubicBezTo>
                    <a:pt x="858068" y="376181"/>
                    <a:pt x="376181" y="858068"/>
                    <a:pt x="376181" y="1452506"/>
                  </a:cubicBezTo>
                  <a:cubicBezTo>
                    <a:pt x="376181" y="2046944"/>
                    <a:pt x="858068" y="2528831"/>
                    <a:pt x="1452506" y="2528831"/>
                  </a:cubicBezTo>
                  <a:cubicBezTo>
                    <a:pt x="2046944" y="2528831"/>
                    <a:pt x="2528831" y="2046944"/>
                    <a:pt x="2528831" y="1452506"/>
                  </a:cubicBezTo>
                  <a:cubicBezTo>
                    <a:pt x="2528831" y="858068"/>
                    <a:pt x="2046944" y="376181"/>
                    <a:pt x="1452506" y="376181"/>
                  </a:cubicBezTo>
                  <a:close/>
                  <a:moveTo>
                    <a:pt x="1452506" y="0"/>
                  </a:moveTo>
                  <a:cubicBezTo>
                    <a:pt x="1502644" y="0"/>
                    <a:pt x="1552188" y="2540"/>
                    <a:pt x="1601017" y="7499"/>
                  </a:cubicBezTo>
                  <a:lnTo>
                    <a:pt x="1643977" y="14056"/>
                  </a:lnTo>
                  <a:lnTo>
                    <a:pt x="1695533" y="284571"/>
                  </a:lnTo>
                  <a:lnTo>
                    <a:pt x="1769616" y="301003"/>
                  </a:lnTo>
                  <a:lnTo>
                    <a:pt x="1825934" y="319615"/>
                  </a:lnTo>
                  <a:lnTo>
                    <a:pt x="2006748" y="110068"/>
                  </a:lnTo>
                  <a:lnTo>
                    <a:pt x="2017887" y="114145"/>
                  </a:lnTo>
                  <a:cubicBezTo>
                    <a:pt x="2104775" y="150896"/>
                    <a:pt x="2187342" y="195860"/>
                    <a:pt x="2264616" y="248065"/>
                  </a:cubicBezTo>
                  <a:lnTo>
                    <a:pt x="2337523" y="302584"/>
                  </a:lnTo>
                  <a:lnTo>
                    <a:pt x="2247066" y="562199"/>
                  </a:lnTo>
                  <a:lnTo>
                    <a:pt x="2280217" y="591137"/>
                  </a:lnTo>
                  <a:lnTo>
                    <a:pt x="2343125" y="657838"/>
                  </a:lnTo>
                  <a:lnTo>
                    <a:pt x="2602428" y="567489"/>
                  </a:lnTo>
                  <a:lnTo>
                    <a:pt x="2656947" y="640396"/>
                  </a:lnTo>
                  <a:cubicBezTo>
                    <a:pt x="2709152" y="717670"/>
                    <a:pt x="2754117" y="800238"/>
                    <a:pt x="2790867" y="887125"/>
                  </a:cubicBezTo>
                  <a:lnTo>
                    <a:pt x="2794944" y="898265"/>
                  </a:lnTo>
                  <a:lnTo>
                    <a:pt x="2586495" y="1078131"/>
                  </a:lnTo>
                  <a:lnTo>
                    <a:pt x="2616181" y="1182468"/>
                  </a:lnTo>
                  <a:lnTo>
                    <a:pt x="2621126" y="1209611"/>
                  </a:lnTo>
                  <a:lnTo>
                    <a:pt x="2890957" y="1261036"/>
                  </a:lnTo>
                  <a:lnTo>
                    <a:pt x="2897513" y="1303996"/>
                  </a:lnTo>
                  <a:cubicBezTo>
                    <a:pt x="2902472" y="1352825"/>
                    <a:pt x="2905012" y="1402369"/>
                    <a:pt x="2905012" y="1452506"/>
                  </a:cubicBezTo>
                  <a:cubicBezTo>
                    <a:pt x="2905012" y="1502643"/>
                    <a:pt x="2902472" y="1552187"/>
                    <a:pt x="2897513" y="1601016"/>
                  </a:cubicBezTo>
                  <a:lnTo>
                    <a:pt x="2890957" y="1643977"/>
                  </a:lnTo>
                  <a:lnTo>
                    <a:pt x="2620440" y="1695533"/>
                  </a:lnTo>
                  <a:lnTo>
                    <a:pt x="2604008" y="1769614"/>
                  </a:lnTo>
                  <a:lnTo>
                    <a:pt x="2585396" y="1825933"/>
                  </a:lnTo>
                  <a:lnTo>
                    <a:pt x="2794944" y="2006748"/>
                  </a:lnTo>
                  <a:lnTo>
                    <a:pt x="2790867" y="2017887"/>
                  </a:lnTo>
                  <a:cubicBezTo>
                    <a:pt x="2754117" y="2104775"/>
                    <a:pt x="2709152" y="2187342"/>
                    <a:pt x="2656947" y="2264616"/>
                  </a:cubicBezTo>
                  <a:lnTo>
                    <a:pt x="2602428" y="2337523"/>
                  </a:lnTo>
                  <a:lnTo>
                    <a:pt x="2342811" y="2247065"/>
                  </a:lnTo>
                  <a:lnTo>
                    <a:pt x="2313875" y="2280215"/>
                  </a:lnTo>
                  <a:lnTo>
                    <a:pt x="2247174" y="2343123"/>
                  </a:lnTo>
                  <a:lnTo>
                    <a:pt x="2337523" y="2602428"/>
                  </a:lnTo>
                  <a:lnTo>
                    <a:pt x="2264616" y="2656947"/>
                  </a:lnTo>
                  <a:cubicBezTo>
                    <a:pt x="2187342" y="2709152"/>
                    <a:pt x="2104775" y="2754117"/>
                    <a:pt x="2017887" y="2790867"/>
                  </a:cubicBezTo>
                  <a:lnTo>
                    <a:pt x="2006748" y="2794944"/>
                  </a:lnTo>
                  <a:lnTo>
                    <a:pt x="1826880" y="2586493"/>
                  </a:lnTo>
                  <a:lnTo>
                    <a:pt x="1722544" y="2616179"/>
                  </a:lnTo>
                  <a:lnTo>
                    <a:pt x="1695403" y="2621123"/>
                  </a:lnTo>
                  <a:lnTo>
                    <a:pt x="1643977" y="2890957"/>
                  </a:lnTo>
                  <a:lnTo>
                    <a:pt x="1601017" y="2897513"/>
                  </a:lnTo>
                  <a:cubicBezTo>
                    <a:pt x="1552188" y="2902472"/>
                    <a:pt x="1502644" y="2905012"/>
                    <a:pt x="1452506" y="2905012"/>
                  </a:cubicBezTo>
                  <a:cubicBezTo>
                    <a:pt x="1402369" y="2905012"/>
                    <a:pt x="1352825" y="2902472"/>
                    <a:pt x="1303996" y="2897513"/>
                  </a:cubicBezTo>
                  <a:lnTo>
                    <a:pt x="1261036" y="2890957"/>
                  </a:lnTo>
                  <a:lnTo>
                    <a:pt x="1209479" y="2620437"/>
                  </a:lnTo>
                  <a:lnTo>
                    <a:pt x="1135396" y="2604005"/>
                  </a:lnTo>
                  <a:lnTo>
                    <a:pt x="1079081" y="2585394"/>
                  </a:lnTo>
                  <a:lnTo>
                    <a:pt x="898265" y="2794944"/>
                  </a:lnTo>
                  <a:lnTo>
                    <a:pt x="887125" y="2790867"/>
                  </a:lnTo>
                  <a:cubicBezTo>
                    <a:pt x="800238" y="2754117"/>
                    <a:pt x="717670" y="2709152"/>
                    <a:pt x="640396" y="2656947"/>
                  </a:cubicBezTo>
                  <a:lnTo>
                    <a:pt x="567489" y="2602428"/>
                  </a:lnTo>
                  <a:lnTo>
                    <a:pt x="657947" y="2342810"/>
                  </a:lnTo>
                  <a:lnTo>
                    <a:pt x="624796" y="2313872"/>
                  </a:lnTo>
                  <a:lnTo>
                    <a:pt x="561890" y="2247174"/>
                  </a:lnTo>
                  <a:lnTo>
                    <a:pt x="302584" y="2337523"/>
                  </a:lnTo>
                  <a:lnTo>
                    <a:pt x="248066" y="2264616"/>
                  </a:lnTo>
                  <a:cubicBezTo>
                    <a:pt x="195860" y="2187342"/>
                    <a:pt x="150896" y="2104775"/>
                    <a:pt x="114145" y="2017887"/>
                  </a:cubicBezTo>
                  <a:lnTo>
                    <a:pt x="110068" y="2006748"/>
                  </a:lnTo>
                  <a:lnTo>
                    <a:pt x="318519" y="1826880"/>
                  </a:lnTo>
                  <a:lnTo>
                    <a:pt x="288831" y="1722541"/>
                  </a:lnTo>
                  <a:lnTo>
                    <a:pt x="283887" y="1695402"/>
                  </a:lnTo>
                  <a:lnTo>
                    <a:pt x="14056" y="1643977"/>
                  </a:lnTo>
                  <a:lnTo>
                    <a:pt x="7499" y="1601016"/>
                  </a:lnTo>
                  <a:cubicBezTo>
                    <a:pt x="2541" y="1552187"/>
                    <a:pt x="0" y="1502643"/>
                    <a:pt x="0" y="1452506"/>
                  </a:cubicBezTo>
                  <a:cubicBezTo>
                    <a:pt x="0" y="1402369"/>
                    <a:pt x="2541" y="1352825"/>
                    <a:pt x="7499" y="1303996"/>
                  </a:cubicBezTo>
                  <a:lnTo>
                    <a:pt x="14056" y="1261036"/>
                  </a:lnTo>
                  <a:lnTo>
                    <a:pt x="284572" y="1209480"/>
                  </a:lnTo>
                  <a:lnTo>
                    <a:pt x="301005" y="1135394"/>
                  </a:lnTo>
                  <a:lnTo>
                    <a:pt x="319616" y="1079079"/>
                  </a:lnTo>
                  <a:lnTo>
                    <a:pt x="110068" y="898264"/>
                  </a:lnTo>
                  <a:lnTo>
                    <a:pt x="114145" y="887125"/>
                  </a:lnTo>
                  <a:cubicBezTo>
                    <a:pt x="150896" y="800238"/>
                    <a:pt x="195860" y="717670"/>
                    <a:pt x="248066" y="640396"/>
                  </a:cubicBezTo>
                  <a:lnTo>
                    <a:pt x="302584" y="567489"/>
                  </a:lnTo>
                  <a:lnTo>
                    <a:pt x="562199" y="657946"/>
                  </a:lnTo>
                  <a:lnTo>
                    <a:pt x="591138" y="624794"/>
                  </a:lnTo>
                  <a:lnTo>
                    <a:pt x="657838" y="561888"/>
                  </a:lnTo>
                  <a:lnTo>
                    <a:pt x="567489" y="302584"/>
                  </a:lnTo>
                  <a:lnTo>
                    <a:pt x="640396" y="248065"/>
                  </a:lnTo>
                  <a:cubicBezTo>
                    <a:pt x="717670" y="195860"/>
                    <a:pt x="800238" y="150896"/>
                    <a:pt x="887125" y="114145"/>
                  </a:cubicBezTo>
                  <a:lnTo>
                    <a:pt x="898265" y="110068"/>
                  </a:lnTo>
                  <a:lnTo>
                    <a:pt x="1078131" y="318516"/>
                  </a:lnTo>
                  <a:lnTo>
                    <a:pt x="1182469" y="288830"/>
                  </a:lnTo>
                  <a:lnTo>
                    <a:pt x="1209611" y="283886"/>
                  </a:lnTo>
                  <a:lnTo>
                    <a:pt x="1261036" y="14056"/>
                  </a:lnTo>
                  <a:lnTo>
                    <a:pt x="1303996" y="7499"/>
                  </a:lnTo>
                  <a:cubicBezTo>
                    <a:pt x="1352825" y="2540"/>
                    <a:pt x="1402369" y="0"/>
                    <a:pt x="1452506" y="0"/>
                  </a:cubicBezTo>
                  <a:close/>
                </a:path>
              </a:pathLst>
            </a:cu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4710168" y="2738381"/>
              <a:ext cx="2152649" cy="2152650"/>
            </a:xfrm>
            <a:prstGeom prst="ellipse">
              <a:avLst/>
            </a:prstGeom>
            <a:grpFill/>
            <a:ln w="1905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rgbClr val="EEEEE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710169" y="2738382"/>
              <a:ext cx="2152650" cy="215264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60" name="矩形 90"/>
          <p:cNvSpPr/>
          <p:nvPr/>
        </p:nvSpPr>
        <p:spPr>
          <a:xfrm>
            <a:off x="-27507" y="3034330"/>
            <a:ext cx="9188822" cy="2129483"/>
          </a:xfrm>
          <a:custGeom>
            <a:avLst/>
            <a:gdLst>
              <a:gd name="connsiteX0" fmla="*/ 0 w 12254953"/>
              <a:gd name="connsiteY0" fmla="*/ 0 h 2183753"/>
              <a:gd name="connsiteX1" fmla="*/ 12254953 w 12254953"/>
              <a:gd name="connsiteY1" fmla="*/ 0 h 2183753"/>
              <a:gd name="connsiteX2" fmla="*/ 12254953 w 12254953"/>
              <a:gd name="connsiteY2" fmla="*/ 2183753 h 2183753"/>
              <a:gd name="connsiteX3" fmla="*/ 0 w 12254953"/>
              <a:gd name="connsiteY3" fmla="*/ 2183753 h 2183753"/>
              <a:gd name="connsiteX4" fmla="*/ 0 w 12254953"/>
              <a:gd name="connsiteY4" fmla="*/ 0 h 2183753"/>
              <a:gd name="connsiteX0-1" fmla="*/ 0 w 12254953"/>
              <a:gd name="connsiteY0-2" fmla="*/ 0 h 2183753"/>
              <a:gd name="connsiteX1-3" fmla="*/ 5904086 w 12254953"/>
              <a:gd name="connsiteY1-4" fmla="*/ 998 h 2183753"/>
              <a:gd name="connsiteX2-5" fmla="*/ 12254953 w 12254953"/>
              <a:gd name="connsiteY2-6" fmla="*/ 0 h 2183753"/>
              <a:gd name="connsiteX3-7" fmla="*/ 12254953 w 12254953"/>
              <a:gd name="connsiteY3-8" fmla="*/ 2183753 h 2183753"/>
              <a:gd name="connsiteX4-9" fmla="*/ 0 w 12254953"/>
              <a:gd name="connsiteY4-10" fmla="*/ 2183753 h 2183753"/>
              <a:gd name="connsiteX5" fmla="*/ 0 w 12254953"/>
              <a:gd name="connsiteY5" fmla="*/ 0 h 2183753"/>
              <a:gd name="connsiteX0-11" fmla="*/ 0 w 12254953"/>
              <a:gd name="connsiteY0-12" fmla="*/ 2631 h 2186384"/>
              <a:gd name="connsiteX1-13" fmla="*/ 5904086 w 12254953"/>
              <a:gd name="connsiteY1-14" fmla="*/ 3629 h 2186384"/>
              <a:gd name="connsiteX2-15" fmla="*/ 6346772 w 12254953"/>
              <a:gd name="connsiteY2-16" fmla="*/ 0 h 2186384"/>
              <a:gd name="connsiteX3-17" fmla="*/ 12254953 w 12254953"/>
              <a:gd name="connsiteY3-18" fmla="*/ 2631 h 2186384"/>
              <a:gd name="connsiteX4-19" fmla="*/ 12254953 w 12254953"/>
              <a:gd name="connsiteY4-20" fmla="*/ 2186384 h 2186384"/>
              <a:gd name="connsiteX5-21" fmla="*/ 0 w 12254953"/>
              <a:gd name="connsiteY5-22" fmla="*/ 2186384 h 2186384"/>
              <a:gd name="connsiteX6" fmla="*/ 0 w 12254953"/>
              <a:gd name="connsiteY6" fmla="*/ 2631 h 2186384"/>
              <a:gd name="connsiteX0-23" fmla="*/ 0 w 12254953"/>
              <a:gd name="connsiteY0-24" fmla="*/ 2631 h 2186384"/>
              <a:gd name="connsiteX1-25" fmla="*/ 5904086 w 12254953"/>
              <a:gd name="connsiteY1-26" fmla="*/ 3629 h 2186384"/>
              <a:gd name="connsiteX2-27" fmla="*/ 6118172 w 12254953"/>
              <a:gd name="connsiteY2-28" fmla="*/ 0 h 2186384"/>
              <a:gd name="connsiteX3-29" fmla="*/ 6346772 w 12254953"/>
              <a:gd name="connsiteY3-30" fmla="*/ 0 h 2186384"/>
              <a:gd name="connsiteX4-31" fmla="*/ 12254953 w 12254953"/>
              <a:gd name="connsiteY4-32" fmla="*/ 2631 h 2186384"/>
              <a:gd name="connsiteX5-33" fmla="*/ 12254953 w 12254953"/>
              <a:gd name="connsiteY5-34" fmla="*/ 2186384 h 2186384"/>
              <a:gd name="connsiteX6-35" fmla="*/ 0 w 12254953"/>
              <a:gd name="connsiteY6-36" fmla="*/ 2186384 h 2186384"/>
              <a:gd name="connsiteX7" fmla="*/ 0 w 12254953"/>
              <a:gd name="connsiteY7" fmla="*/ 2631 h 2186384"/>
              <a:gd name="connsiteX0-37" fmla="*/ 0 w 12254953"/>
              <a:gd name="connsiteY0-38" fmla="*/ 2631 h 2186384"/>
              <a:gd name="connsiteX1-39" fmla="*/ 5904086 w 12254953"/>
              <a:gd name="connsiteY1-40" fmla="*/ 3629 h 2186384"/>
              <a:gd name="connsiteX2-41" fmla="*/ 6132686 w 12254953"/>
              <a:gd name="connsiteY2-42" fmla="*/ 399143 h 2186384"/>
              <a:gd name="connsiteX3-43" fmla="*/ 6346772 w 12254953"/>
              <a:gd name="connsiteY3-44" fmla="*/ 0 h 2186384"/>
              <a:gd name="connsiteX4-45" fmla="*/ 12254953 w 12254953"/>
              <a:gd name="connsiteY4-46" fmla="*/ 2631 h 2186384"/>
              <a:gd name="connsiteX5-47" fmla="*/ 12254953 w 12254953"/>
              <a:gd name="connsiteY5-48" fmla="*/ 2186384 h 2186384"/>
              <a:gd name="connsiteX6-49" fmla="*/ 0 w 12254953"/>
              <a:gd name="connsiteY6-50" fmla="*/ 2186384 h 2186384"/>
              <a:gd name="connsiteX7-51" fmla="*/ 0 w 12254953"/>
              <a:gd name="connsiteY7-52" fmla="*/ 2631 h 2186384"/>
              <a:gd name="connsiteX0-53" fmla="*/ 0 w 12254953"/>
              <a:gd name="connsiteY0-54" fmla="*/ 2631 h 2186384"/>
              <a:gd name="connsiteX1-55" fmla="*/ 5904086 w 12254953"/>
              <a:gd name="connsiteY1-56" fmla="*/ 3629 h 2186384"/>
              <a:gd name="connsiteX2-57" fmla="*/ 6119807 w 12254953"/>
              <a:gd name="connsiteY2-58" fmla="*/ 250422 h 2186384"/>
              <a:gd name="connsiteX3-59" fmla="*/ 6346772 w 12254953"/>
              <a:gd name="connsiteY3-60" fmla="*/ 0 h 2186384"/>
              <a:gd name="connsiteX4-61" fmla="*/ 12254953 w 12254953"/>
              <a:gd name="connsiteY4-62" fmla="*/ 2631 h 2186384"/>
              <a:gd name="connsiteX5-63" fmla="*/ 12254953 w 12254953"/>
              <a:gd name="connsiteY5-64" fmla="*/ 2186384 h 2186384"/>
              <a:gd name="connsiteX6-65" fmla="*/ 0 w 12254953"/>
              <a:gd name="connsiteY6-66" fmla="*/ 2186384 h 2186384"/>
              <a:gd name="connsiteX7-67" fmla="*/ 0 w 12254953"/>
              <a:gd name="connsiteY7-68" fmla="*/ 2631 h 2186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254953" h="2186384">
                <a:moveTo>
                  <a:pt x="0" y="2631"/>
                </a:moveTo>
                <a:lnTo>
                  <a:pt x="5904086" y="3629"/>
                </a:lnTo>
                <a:lnTo>
                  <a:pt x="6119807" y="250422"/>
                </a:lnTo>
                <a:lnTo>
                  <a:pt x="6346772" y="0"/>
                </a:lnTo>
                <a:lnTo>
                  <a:pt x="12254953" y="2631"/>
                </a:lnTo>
                <a:lnTo>
                  <a:pt x="12254953" y="2186384"/>
                </a:lnTo>
                <a:lnTo>
                  <a:pt x="0" y="2186384"/>
                </a:lnTo>
                <a:lnTo>
                  <a:pt x="0" y="2631"/>
                </a:ln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4200000" scaled="0"/>
          </a:gradFill>
          <a:ln>
            <a:noFill/>
          </a:ln>
          <a:effectLst>
            <a:outerShdw blurRad="1143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52" name="图片 2051" descr="卡通遨游太空汇报模板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221605" y="1504950"/>
            <a:ext cx="3817620" cy="321183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4" name="直接连接符 33"/>
          <p:cNvCxnSpPr/>
          <p:nvPr/>
        </p:nvCxnSpPr>
        <p:spPr>
          <a:xfrm>
            <a:off x="2327786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722371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49" grpId="0"/>
      <p:bldP spid="51" grpId="0"/>
      <p:bldP spid="5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196342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36074" y="3343896"/>
            <a:ext cx="3225240" cy="1706947"/>
            <a:chOff x="5917425" y="3435846"/>
            <a:chExt cx="3226575" cy="1707654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组合 17"/>
          <p:cNvGrpSpPr/>
          <p:nvPr/>
        </p:nvGrpSpPr>
        <p:grpSpPr>
          <a:xfrm>
            <a:off x="1439832" y="917998"/>
            <a:ext cx="6231894" cy="3759253"/>
            <a:chOff x="2034703" y="1151662"/>
            <a:chExt cx="7807300" cy="5013642"/>
          </a:xfrm>
        </p:grpSpPr>
        <p:sp>
          <p:nvSpPr>
            <p:cNvPr id="19" name="圆角矩形 18"/>
            <p:cNvSpPr/>
            <p:nvPr/>
          </p:nvSpPr>
          <p:spPr>
            <a:xfrm>
              <a:off x="2034703" y="1151664"/>
              <a:ext cx="7807300" cy="5013640"/>
            </a:xfrm>
            <a:prstGeom prst="roundRect">
              <a:avLst>
                <a:gd name="adj" fmla="val 162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0"/>
              </a:lightRig>
            </a:scene3d>
            <a:sp3d prstMaterial="softEdge">
              <a:bevelT w="254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梯形 19"/>
            <p:cNvSpPr/>
            <p:nvPr/>
          </p:nvSpPr>
          <p:spPr>
            <a:xfrm rot="16200000">
              <a:off x="-264305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梯形 20"/>
            <p:cNvSpPr/>
            <p:nvPr/>
          </p:nvSpPr>
          <p:spPr>
            <a:xfrm rot="5400000" flipH="1">
              <a:off x="7129387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900276" y="1151662"/>
              <a:ext cx="1331495" cy="5013642"/>
            </a:xfrm>
            <a:prstGeom prst="rect">
              <a:avLst/>
            </a:prstGeom>
            <a:gradFill>
              <a:gsLst>
                <a:gs pos="0">
                  <a:srgbClr val="F7F7F7">
                    <a:alpha val="0"/>
                  </a:srgbClr>
                </a:gs>
                <a:gs pos="63000">
                  <a:schemeClr val="bg1">
                    <a:alpha val="33000"/>
                  </a:schemeClr>
                </a:gs>
                <a:gs pos="100000">
                  <a:srgbClr val="F7F7F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03475" y="1151664"/>
              <a:ext cx="7269757" cy="5013640"/>
            </a:xfrm>
            <a:prstGeom prst="rect">
              <a:avLst/>
            </a:prstGeom>
            <a:gradFill>
              <a:gsLst>
                <a:gs pos="89000">
                  <a:srgbClr val="F7F7F7"/>
                </a:gs>
                <a:gs pos="74000">
                  <a:srgbClr val="EEEEEE"/>
                </a:gs>
                <a:gs pos="57000">
                  <a:srgbClr val="FBFBFB"/>
                </a:gs>
                <a:gs pos="47000">
                  <a:srgbClr val="EAEAEA"/>
                </a:gs>
                <a:gs pos="29000">
                  <a:srgbClr val="FBFBFB"/>
                </a:gs>
                <a:gs pos="15000">
                  <a:srgbClr val="F7F7F7"/>
                </a:gs>
                <a:gs pos="0">
                  <a:srgbClr val="F7F7F7"/>
                </a:gs>
                <a:gs pos="100000">
                  <a:srgbClr val="F5F5F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979406" y="1151662"/>
              <a:ext cx="308198" cy="5013642"/>
            </a:xfrm>
            <a:prstGeom prst="rect">
              <a:avLst/>
            </a:prstGeom>
            <a:gradFill>
              <a:gsLst>
                <a:gs pos="100000">
                  <a:srgbClr val="F7F7F7">
                    <a:alpha val="0"/>
                  </a:srgbClr>
                </a:gs>
                <a:gs pos="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rot="5400000" flipH="1">
              <a:off x="7080192" y="3643031"/>
              <a:ext cx="5013640" cy="30906"/>
            </a:xfrm>
            <a:custGeom>
              <a:avLst/>
              <a:gdLst>
                <a:gd name="connsiteX0" fmla="*/ 5013640 w 5013640"/>
                <a:gd name="connsiteY0" fmla="*/ 54754 h 54754"/>
                <a:gd name="connsiteX1" fmla="*/ 4993107 w 5013640"/>
                <a:gd name="connsiteY1" fmla="*/ 0 h 54754"/>
                <a:gd name="connsiteX2" fmla="*/ 20533 w 5013640"/>
                <a:gd name="connsiteY2" fmla="*/ 0 h 54754"/>
                <a:gd name="connsiteX3" fmla="*/ 0 w 5013640"/>
                <a:gd name="connsiteY3" fmla="*/ 54754 h 5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3640" h="54754">
                  <a:moveTo>
                    <a:pt x="5013640" y="54754"/>
                  </a:moveTo>
                  <a:lnTo>
                    <a:pt x="4993107" y="0"/>
                  </a:lnTo>
                  <a:lnTo>
                    <a:pt x="20533" y="0"/>
                  </a:lnTo>
                  <a:lnTo>
                    <a:pt x="0" y="5475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61314" y="1105596"/>
            <a:ext cx="2614529" cy="2282825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u=2190213352,1898608478&amp;fm=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1673225"/>
            <a:ext cx="2249805" cy="2249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2564" y="1384378"/>
            <a:ext cx="3292857" cy="2493809"/>
            <a:chOff x="2282031" y="457200"/>
            <a:chExt cx="7631113" cy="5943600"/>
          </a:xfrm>
        </p:grpSpPr>
        <p:pic>
          <p:nvPicPr>
            <p:cNvPr id="13" name="Picture 3" descr="C:\Users\Administrator\Desktop\iMac_resource.png"/>
            <p:cNvPicPr>
              <a:picLocks noChangeAspect="1" noChangeArrowheads="1"/>
            </p:cNvPicPr>
            <p:nvPr/>
          </p:nvPicPr>
          <p:blipFill>
            <a:blip r:embed="rId1" cstate="screen"/>
            <a:srcRect/>
            <a:stretch>
              <a:fillRect/>
            </a:stretch>
          </p:blipFill>
          <p:spPr bwMode="auto">
            <a:xfrm>
              <a:off x="2282031" y="457200"/>
              <a:ext cx="7631113" cy="594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3098185" y="980728"/>
              <a:ext cx="6048672" cy="3456384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90266" y="2483225"/>
            <a:ext cx="1457782" cy="1803876"/>
            <a:chOff x="865232" y="1286330"/>
            <a:chExt cx="4013321" cy="4966128"/>
          </a:xfrm>
        </p:grpSpPr>
        <p:pic>
          <p:nvPicPr>
            <p:cNvPr id="16" name="Picture 3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865232" y="1286330"/>
              <a:ext cx="4013321" cy="4966128"/>
            </a:xfrm>
            <a:prstGeom prst="rect">
              <a:avLst/>
            </a:prstGeom>
          </p:spPr>
        </p:pic>
        <p:sp>
          <p:nvSpPr>
            <p:cNvPr id="17" name="Rectangle 4"/>
            <p:cNvSpPr/>
            <p:nvPr/>
          </p:nvSpPr>
          <p:spPr>
            <a:xfrm>
              <a:off x="1454929" y="1875864"/>
              <a:ext cx="2838784" cy="3697941"/>
            </a:xfrm>
            <a:prstGeom prst="rect">
              <a:avLst/>
            </a:prstGeom>
            <a:blipFill>
              <a:blip r:embed="rId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79067" y="1081449"/>
            <a:ext cx="620233" cy="618851"/>
            <a:chOff x="5962996" y="1700808"/>
            <a:chExt cx="827193" cy="825350"/>
          </a:xfrm>
        </p:grpSpPr>
        <p:sp>
          <p:nvSpPr>
            <p:cNvPr id="19" name="橢圓 5"/>
            <p:cNvSpPr/>
            <p:nvPr/>
          </p:nvSpPr>
          <p:spPr>
            <a:xfrm>
              <a:off x="5962996" y="1700808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0" name="Freeform 454"/>
            <p:cNvSpPr>
              <a:spLocks noEditPoints="1"/>
            </p:cNvSpPr>
            <p:nvPr/>
          </p:nvSpPr>
          <p:spPr bwMode="auto">
            <a:xfrm flipH="1">
              <a:off x="6188219" y="1964142"/>
              <a:ext cx="376746" cy="298681"/>
            </a:xfrm>
            <a:custGeom>
              <a:avLst/>
              <a:gdLst>
                <a:gd name="T0" fmla="*/ 47 w 47"/>
                <a:gd name="T1" fmla="*/ 29 h 37"/>
                <a:gd name="T2" fmla="*/ 43 w 47"/>
                <a:gd name="T3" fmla="*/ 30 h 37"/>
                <a:gd name="T4" fmla="*/ 36 w 47"/>
                <a:gd name="T5" fmla="*/ 37 h 37"/>
                <a:gd name="T6" fmla="*/ 29 w 47"/>
                <a:gd name="T7" fmla="*/ 30 h 37"/>
                <a:gd name="T8" fmla="*/ 19 w 47"/>
                <a:gd name="T9" fmla="*/ 30 h 37"/>
                <a:gd name="T10" fmla="*/ 12 w 47"/>
                <a:gd name="T11" fmla="*/ 37 h 37"/>
                <a:gd name="T12" fmla="*/ 5 w 47"/>
                <a:gd name="T13" fmla="*/ 30 h 37"/>
                <a:gd name="T14" fmla="*/ 4 w 47"/>
                <a:gd name="T15" fmla="*/ 30 h 37"/>
                <a:gd name="T16" fmla="*/ 0 w 47"/>
                <a:gd name="T17" fmla="*/ 29 h 37"/>
                <a:gd name="T18" fmla="*/ 2 w 47"/>
                <a:gd name="T19" fmla="*/ 27 h 37"/>
                <a:gd name="T20" fmla="*/ 2 w 47"/>
                <a:gd name="T21" fmla="*/ 18 h 37"/>
                <a:gd name="T22" fmla="*/ 3 w 47"/>
                <a:gd name="T23" fmla="*/ 13 h 37"/>
                <a:gd name="T24" fmla="*/ 8 w 47"/>
                <a:gd name="T25" fmla="*/ 8 h 37"/>
                <a:gd name="T26" fmla="*/ 11 w 47"/>
                <a:gd name="T27" fmla="*/ 6 h 37"/>
                <a:gd name="T28" fmla="*/ 16 w 47"/>
                <a:gd name="T29" fmla="*/ 6 h 37"/>
                <a:gd name="T30" fmla="*/ 16 w 47"/>
                <a:gd name="T31" fmla="*/ 1 h 37"/>
                <a:gd name="T32" fmla="*/ 17 w 47"/>
                <a:gd name="T33" fmla="*/ 0 h 37"/>
                <a:gd name="T34" fmla="*/ 45 w 47"/>
                <a:gd name="T35" fmla="*/ 0 h 37"/>
                <a:gd name="T36" fmla="*/ 47 w 47"/>
                <a:gd name="T37" fmla="*/ 1 h 37"/>
                <a:gd name="T38" fmla="*/ 47 w 47"/>
                <a:gd name="T39" fmla="*/ 29 h 37"/>
                <a:gd name="T40" fmla="*/ 16 w 47"/>
                <a:gd name="T41" fmla="*/ 17 h 37"/>
                <a:gd name="T42" fmla="*/ 16 w 47"/>
                <a:gd name="T43" fmla="*/ 10 h 37"/>
                <a:gd name="T44" fmla="*/ 11 w 47"/>
                <a:gd name="T45" fmla="*/ 10 h 37"/>
                <a:gd name="T46" fmla="*/ 11 w 47"/>
                <a:gd name="T47" fmla="*/ 10 h 37"/>
                <a:gd name="T48" fmla="*/ 6 w 47"/>
                <a:gd name="T49" fmla="*/ 15 h 37"/>
                <a:gd name="T50" fmla="*/ 5 w 47"/>
                <a:gd name="T51" fmla="*/ 16 h 37"/>
                <a:gd name="T52" fmla="*/ 5 w 47"/>
                <a:gd name="T53" fmla="*/ 17 h 37"/>
                <a:gd name="T54" fmla="*/ 16 w 47"/>
                <a:gd name="T55" fmla="*/ 17 h 37"/>
                <a:gd name="T56" fmla="*/ 12 w 47"/>
                <a:gd name="T57" fmla="*/ 27 h 37"/>
                <a:gd name="T58" fmla="*/ 9 w 47"/>
                <a:gd name="T59" fmla="*/ 30 h 37"/>
                <a:gd name="T60" fmla="*/ 12 w 47"/>
                <a:gd name="T61" fmla="*/ 34 h 37"/>
                <a:gd name="T62" fmla="*/ 16 w 47"/>
                <a:gd name="T63" fmla="*/ 30 h 37"/>
                <a:gd name="T64" fmla="*/ 12 w 47"/>
                <a:gd name="T65" fmla="*/ 27 h 37"/>
                <a:gd name="T66" fmla="*/ 36 w 47"/>
                <a:gd name="T67" fmla="*/ 27 h 37"/>
                <a:gd name="T68" fmla="*/ 33 w 47"/>
                <a:gd name="T69" fmla="*/ 30 h 37"/>
                <a:gd name="T70" fmla="*/ 36 w 47"/>
                <a:gd name="T71" fmla="*/ 34 h 37"/>
                <a:gd name="T72" fmla="*/ 40 w 47"/>
                <a:gd name="T73" fmla="*/ 30 h 37"/>
                <a:gd name="T74" fmla="*/ 36 w 47"/>
                <a:gd name="T75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37">
                  <a:moveTo>
                    <a:pt x="47" y="29"/>
                  </a:moveTo>
                  <a:cubicBezTo>
                    <a:pt x="47" y="31"/>
                    <a:pt x="44" y="30"/>
                    <a:pt x="43" y="30"/>
                  </a:cubicBezTo>
                  <a:cubicBezTo>
                    <a:pt x="43" y="34"/>
                    <a:pt x="40" y="37"/>
                    <a:pt x="36" y="37"/>
                  </a:cubicBezTo>
                  <a:cubicBezTo>
                    <a:pt x="32" y="37"/>
                    <a:pt x="29" y="34"/>
                    <a:pt x="2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4"/>
                    <a:pt x="16" y="37"/>
                    <a:pt x="12" y="37"/>
                  </a:cubicBezTo>
                  <a:cubicBezTo>
                    <a:pt x="8" y="37"/>
                    <a:pt x="5" y="34"/>
                    <a:pt x="5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31"/>
                    <a:pt x="0" y="29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4"/>
                    <a:pt x="3" y="1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7"/>
                    <a:pt x="10" y="6"/>
                    <a:pt x="11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7" y="0"/>
                    <a:pt x="47" y="1"/>
                  </a:cubicBezTo>
                  <a:lnTo>
                    <a:pt x="47" y="29"/>
                  </a:lnTo>
                  <a:close/>
                  <a:moveTo>
                    <a:pt x="16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16" y="17"/>
                  </a:lnTo>
                  <a:close/>
                  <a:moveTo>
                    <a:pt x="12" y="27"/>
                  </a:moveTo>
                  <a:cubicBezTo>
                    <a:pt x="10" y="27"/>
                    <a:pt x="9" y="28"/>
                    <a:pt x="9" y="30"/>
                  </a:cubicBezTo>
                  <a:cubicBezTo>
                    <a:pt x="9" y="32"/>
                    <a:pt x="10" y="34"/>
                    <a:pt x="12" y="34"/>
                  </a:cubicBezTo>
                  <a:cubicBezTo>
                    <a:pt x="14" y="34"/>
                    <a:pt x="16" y="32"/>
                    <a:pt x="16" y="30"/>
                  </a:cubicBezTo>
                  <a:cubicBezTo>
                    <a:pt x="16" y="28"/>
                    <a:pt x="14" y="27"/>
                    <a:pt x="12" y="27"/>
                  </a:cubicBezTo>
                  <a:close/>
                  <a:moveTo>
                    <a:pt x="36" y="27"/>
                  </a:moveTo>
                  <a:cubicBezTo>
                    <a:pt x="34" y="27"/>
                    <a:pt x="33" y="28"/>
                    <a:pt x="33" y="30"/>
                  </a:cubicBezTo>
                  <a:cubicBezTo>
                    <a:pt x="33" y="32"/>
                    <a:pt x="34" y="34"/>
                    <a:pt x="36" y="34"/>
                  </a:cubicBezTo>
                  <a:cubicBezTo>
                    <a:pt x="38" y="34"/>
                    <a:pt x="40" y="32"/>
                    <a:pt x="40" y="30"/>
                  </a:cubicBezTo>
                  <a:cubicBezTo>
                    <a:pt x="40" y="28"/>
                    <a:pt x="38" y="27"/>
                    <a:pt x="3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91243" y="1867991"/>
            <a:ext cx="618851" cy="620232"/>
            <a:chOff x="5964839" y="2742182"/>
            <a:chExt cx="825350" cy="827192"/>
          </a:xfrm>
        </p:grpSpPr>
        <p:sp>
          <p:nvSpPr>
            <p:cNvPr id="22" name="橢圓 3"/>
            <p:cNvSpPr/>
            <p:nvPr/>
          </p:nvSpPr>
          <p:spPr>
            <a:xfrm>
              <a:off x="5964839" y="2742182"/>
              <a:ext cx="825350" cy="827192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3" name="Freeform 453"/>
            <p:cNvSpPr>
              <a:spLocks noEditPoints="1"/>
            </p:cNvSpPr>
            <p:nvPr/>
          </p:nvSpPr>
          <p:spPr bwMode="auto">
            <a:xfrm>
              <a:off x="6209990" y="3025613"/>
              <a:ext cx="333203" cy="308290"/>
            </a:xfrm>
            <a:custGeom>
              <a:avLst/>
              <a:gdLst>
                <a:gd name="T0" fmla="*/ 45 w 45"/>
                <a:gd name="T1" fmla="*/ 13 h 42"/>
                <a:gd name="T2" fmla="*/ 30 w 45"/>
                <a:gd name="T3" fmla="*/ 24 h 42"/>
                <a:gd name="T4" fmla="*/ 28 w 45"/>
                <a:gd name="T5" fmla="*/ 27 h 42"/>
                <a:gd name="T6" fmla="*/ 26 w 45"/>
                <a:gd name="T7" fmla="*/ 31 h 42"/>
                <a:gd name="T8" fmla="*/ 29 w 45"/>
                <a:gd name="T9" fmla="*/ 35 h 42"/>
                <a:gd name="T10" fmla="*/ 35 w 45"/>
                <a:gd name="T11" fmla="*/ 39 h 42"/>
                <a:gd name="T12" fmla="*/ 35 w 45"/>
                <a:gd name="T13" fmla="*/ 41 h 42"/>
                <a:gd name="T14" fmla="*/ 34 w 45"/>
                <a:gd name="T15" fmla="*/ 42 h 42"/>
                <a:gd name="T16" fmla="*/ 11 w 45"/>
                <a:gd name="T17" fmla="*/ 42 h 42"/>
                <a:gd name="T18" fmla="*/ 11 w 45"/>
                <a:gd name="T19" fmla="*/ 41 h 42"/>
                <a:gd name="T20" fmla="*/ 11 w 45"/>
                <a:gd name="T21" fmla="*/ 39 h 42"/>
                <a:gd name="T22" fmla="*/ 16 w 45"/>
                <a:gd name="T23" fmla="*/ 35 h 42"/>
                <a:gd name="T24" fmla="*/ 19 w 45"/>
                <a:gd name="T25" fmla="*/ 31 h 42"/>
                <a:gd name="T26" fmla="*/ 17 w 45"/>
                <a:gd name="T27" fmla="*/ 27 h 42"/>
                <a:gd name="T28" fmla="*/ 15 w 45"/>
                <a:gd name="T29" fmla="*/ 24 h 42"/>
                <a:gd name="T30" fmla="*/ 0 w 45"/>
                <a:gd name="T31" fmla="*/ 13 h 42"/>
                <a:gd name="T32" fmla="*/ 0 w 45"/>
                <a:gd name="T33" fmla="*/ 10 h 42"/>
                <a:gd name="T34" fmla="*/ 3 w 45"/>
                <a:gd name="T35" fmla="*/ 7 h 42"/>
                <a:gd name="T36" fmla="*/ 11 w 45"/>
                <a:gd name="T37" fmla="*/ 7 h 42"/>
                <a:gd name="T38" fmla="*/ 11 w 45"/>
                <a:gd name="T39" fmla="*/ 5 h 42"/>
                <a:gd name="T40" fmla="*/ 15 w 45"/>
                <a:gd name="T41" fmla="*/ 0 h 42"/>
                <a:gd name="T42" fmla="*/ 30 w 45"/>
                <a:gd name="T43" fmla="*/ 0 h 42"/>
                <a:gd name="T44" fmla="*/ 35 w 45"/>
                <a:gd name="T45" fmla="*/ 5 h 42"/>
                <a:gd name="T46" fmla="*/ 35 w 45"/>
                <a:gd name="T47" fmla="*/ 7 h 42"/>
                <a:gd name="T48" fmla="*/ 42 w 45"/>
                <a:gd name="T49" fmla="*/ 7 h 42"/>
                <a:gd name="T50" fmla="*/ 45 w 45"/>
                <a:gd name="T51" fmla="*/ 10 h 42"/>
                <a:gd name="T52" fmla="*/ 45 w 45"/>
                <a:gd name="T53" fmla="*/ 13 h 42"/>
                <a:gd name="T54" fmla="*/ 11 w 45"/>
                <a:gd name="T55" fmla="*/ 11 h 42"/>
                <a:gd name="T56" fmla="*/ 4 w 45"/>
                <a:gd name="T57" fmla="*/ 11 h 42"/>
                <a:gd name="T58" fmla="*/ 4 w 45"/>
                <a:gd name="T59" fmla="*/ 13 h 42"/>
                <a:gd name="T60" fmla="*/ 13 w 45"/>
                <a:gd name="T61" fmla="*/ 21 h 42"/>
                <a:gd name="T62" fmla="*/ 11 w 45"/>
                <a:gd name="T63" fmla="*/ 11 h 42"/>
                <a:gd name="T64" fmla="*/ 41 w 45"/>
                <a:gd name="T65" fmla="*/ 11 h 42"/>
                <a:gd name="T66" fmla="*/ 35 w 45"/>
                <a:gd name="T67" fmla="*/ 11 h 42"/>
                <a:gd name="T68" fmla="*/ 33 w 45"/>
                <a:gd name="T69" fmla="*/ 21 h 42"/>
                <a:gd name="T70" fmla="*/ 41 w 45"/>
                <a:gd name="T71" fmla="*/ 13 h 42"/>
                <a:gd name="T72" fmla="*/ 41 w 45"/>
                <a:gd name="T73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42">
                  <a:moveTo>
                    <a:pt x="45" y="13"/>
                  </a:moveTo>
                  <a:cubicBezTo>
                    <a:pt x="45" y="18"/>
                    <a:pt x="39" y="24"/>
                    <a:pt x="30" y="24"/>
                  </a:cubicBezTo>
                  <a:cubicBezTo>
                    <a:pt x="29" y="26"/>
                    <a:pt x="28" y="27"/>
                    <a:pt x="28" y="27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33"/>
                    <a:pt x="27" y="35"/>
                    <a:pt x="29" y="35"/>
                  </a:cubicBezTo>
                  <a:cubicBezTo>
                    <a:pt x="32" y="35"/>
                    <a:pt x="35" y="36"/>
                    <a:pt x="35" y="39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4" y="42"/>
                    <a:pt x="34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1"/>
                    <a:pt x="11" y="41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6"/>
                    <a:pt x="13" y="35"/>
                    <a:pt x="16" y="35"/>
                  </a:cubicBezTo>
                  <a:cubicBezTo>
                    <a:pt x="18" y="35"/>
                    <a:pt x="19" y="33"/>
                    <a:pt x="19" y="31"/>
                  </a:cubicBezTo>
                  <a:cubicBezTo>
                    <a:pt x="19" y="30"/>
                    <a:pt x="19" y="28"/>
                    <a:pt x="17" y="27"/>
                  </a:cubicBezTo>
                  <a:cubicBezTo>
                    <a:pt x="17" y="27"/>
                    <a:pt x="16" y="26"/>
                    <a:pt x="15" y="24"/>
                  </a:cubicBezTo>
                  <a:cubicBezTo>
                    <a:pt x="6" y="24"/>
                    <a:pt x="0" y="18"/>
                    <a:pt x="0" y="13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12" y="0"/>
                    <a:pt x="1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5" y="2"/>
                    <a:pt x="35" y="5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4" y="7"/>
                    <a:pt x="45" y="8"/>
                    <a:pt x="45" y="10"/>
                  </a:cubicBezTo>
                  <a:lnTo>
                    <a:pt x="45" y="13"/>
                  </a:lnTo>
                  <a:close/>
                  <a:moveTo>
                    <a:pt x="11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6"/>
                    <a:pt x="7" y="20"/>
                    <a:pt x="13" y="21"/>
                  </a:cubicBezTo>
                  <a:cubicBezTo>
                    <a:pt x="11" y="18"/>
                    <a:pt x="11" y="15"/>
                    <a:pt x="11" y="11"/>
                  </a:cubicBezTo>
                  <a:close/>
                  <a:moveTo>
                    <a:pt x="41" y="11"/>
                  </a:moveTo>
                  <a:cubicBezTo>
                    <a:pt x="35" y="11"/>
                    <a:pt x="35" y="11"/>
                    <a:pt x="35" y="11"/>
                  </a:cubicBezTo>
                  <a:cubicBezTo>
                    <a:pt x="35" y="15"/>
                    <a:pt x="34" y="18"/>
                    <a:pt x="33" y="21"/>
                  </a:cubicBezTo>
                  <a:cubicBezTo>
                    <a:pt x="38" y="20"/>
                    <a:pt x="41" y="16"/>
                    <a:pt x="41" y="13"/>
                  </a:cubicBezTo>
                  <a:lnTo>
                    <a:pt x="41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86687" y="2698650"/>
            <a:ext cx="620233" cy="618851"/>
            <a:chOff x="5962996" y="3789040"/>
            <a:chExt cx="827193" cy="825350"/>
          </a:xfrm>
        </p:grpSpPr>
        <p:sp>
          <p:nvSpPr>
            <p:cNvPr id="25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6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1" name="矩形 30"/>
          <p:cNvSpPr/>
          <p:nvPr/>
        </p:nvSpPr>
        <p:spPr>
          <a:xfrm>
            <a:off x="5331460" y="1165860"/>
            <a:ext cx="18059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Javascript的标签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3754501" y="174480"/>
            <a:ext cx="1576869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zh-CN" altLang="zh-CN" b="1" dirty="0" smtClean="0">
                <a:solidFill>
                  <a:srgbClr val="0070C0"/>
                </a:solidFill>
                <a:latin typeface="Impact MT Std" pitchFamily="34" charset="0"/>
                <a:ea typeface="微软雅黑" panose="020B0503020204020204" pitchFamily="34" charset="-122"/>
              </a:rPr>
              <a:t>知识点</a:t>
            </a:r>
            <a:endParaRPr lang="zh-CN" altLang="zh-CN" b="1" dirty="0" smtClean="0">
              <a:solidFill>
                <a:srgbClr val="0070C0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79067" y="3562250"/>
            <a:ext cx="620233" cy="618851"/>
            <a:chOff x="5962996" y="3789040"/>
            <a:chExt cx="827193" cy="825350"/>
          </a:xfrm>
        </p:grpSpPr>
        <p:sp>
          <p:nvSpPr>
            <p:cNvPr id="27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8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p>
              <a:endParaRPr lang="id-ID" sz="1350"/>
            </a:p>
          </p:txBody>
        </p:sp>
      </p:grpSp>
      <p:sp>
        <p:nvSpPr>
          <p:cNvPr id="29" name="矩形 28"/>
          <p:cNvSpPr/>
          <p:nvPr/>
        </p:nvSpPr>
        <p:spPr>
          <a:xfrm>
            <a:off x="5331460" y="2839720"/>
            <a:ext cx="200914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Javascript数据类型</a:t>
            </a:r>
            <a:endParaRPr sz="1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31460" y="2026920"/>
            <a:ext cx="160274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Javascript变量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31460" y="3705860"/>
            <a:ext cx="156083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进制转换(扩展)</a:t>
            </a:r>
            <a:endParaRPr sz="1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javaScript标签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67485" y="1043940"/>
            <a:ext cx="6283325" cy="292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标签：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&lt;script type=“text/javascript”&gt;&lt;/script&gt;</a:t>
            </a: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HTML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代码在同一个文件中写，它们的执行顺序是从上朝下，谁在前先执行谁，一般来说，没有特殊需求，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代码写在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&lt;head&gt;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&lt;/head&gt;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中间，当然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代码写在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html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文件的任何地方都可以。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标签可以出现多个。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javaScript标签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67485" y="1043940"/>
            <a:ext cx="628332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0" hangingPunct="0"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第一句</a:t>
            </a:r>
            <a:r>
              <a:rPr lang="en-US" altLang="zh-CN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代码：</a:t>
            </a:r>
            <a:endParaRPr lang="en-US" altLang="zh-CN" sz="24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alert(“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亲，是否对我似曾相识！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”) 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第二句</a:t>
            </a:r>
            <a:r>
              <a:rPr lang="en-US" altLang="zh-CN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r>
              <a:rPr lang="zh-CN" altLang="en-US"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endParaRPr lang="en-US" altLang="zh-CN" sz="2400" b="1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document.write(“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亲，我在页面上，跟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不一样噢！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”);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lvl="1" indent="0" eaLnBrk="0" hangingPunct="0"/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第三句</a:t>
            </a:r>
            <a:r>
              <a:rPr lang="en-US" altLang="zh-CN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代码：</a:t>
            </a: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console.log(“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控制台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”)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javaScript注释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67485" y="1043940"/>
            <a:ext cx="628332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0" hangingPunct="0"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单行注释 //</a:t>
            </a:r>
            <a:endParaRPr sz="20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sz="20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多行注释 /* */</a:t>
            </a:r>
            <a:endParaRPr sz="20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907725" y="1081054"/>
            <a:ext cx="2374378" cy="3417434"/>
            <a:chOff x="2790790" y="1336999"/>
            <a:chExt cx="3166662" cy="4557765"/>
          </a:xfrm>
        </p:grpSpPr>
        <p:grpSp>
          <p:nvGrpSpPr>
            <p:cNvPr id="95" name="组合 94"/>
            <p:cNvGrpSpPr/>
            <p:nvPr/>
          </p:nvGrpSpPr>
          <p:grpSpPr>
            <a:xfrm>
              <a:off x="3125878" y="1336999"/>
              <a:ext cx="2622120" cy="3893624"/>
              <a:chOff x="2790261" y="1164662"/>
              <a:chExt cx="3172765" cy="4711285"/>
            </a:xfrm>
          </p:grpSpPr>
          <p:grpSp>
            <p:nvGrpSpPr>
              <p:cNvPr id="97" name="组合 96"/>
              <p:cNvGrpSpPr/>
              <p:nvPr/>
            </p:nvGrpSpPr>
            <p:grpSpPr>
              <a:xfrm>
                <a:off x="2790261" y="1777654"/>
                <a:ext cx="1850013" cy="1850013"/>
                <a:chOff x="5444044" y="1830654"/>
                <a:chExt cx="1850013" cy="1850013"/>
              </a:xfrm>
            </p:grpSpPr>
            <p:sp>
              <p:nvSpPr>
                <p:cNvPr id="306" name="椭圆 305"/>
                <p:cNvSpPr/>
                <p:nvPr/>
              </p:nvSpPr>
              <p:spPr>
                <a:xfrm>
                  <a:off x="5444044" y="1830654"/>
                  <a:ext cx="1850013" cy="1850013"/>
                </a:xfrm>
                <a:prstGeom prst="ellipse">
                  <a:avLst/>
                </a:prstGeom>
                <a:solidFill>
                  <a:srgbClr val="F9F9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7" name="椭圆 306"/>
                <p:cNvSpPr/>
                <p:nvPr/>
              </p:nvSpPr>
              <p:spPr>
                <a:xfrm>
                  <a:off x="5576188" y="1962798"/>
                  <a:ext cx="1585725" cy="1585725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8" name="椭圆 307"/>
                <p:cNvSpPr/>
                <p:nvPr/>
              </p:nvSpPr>
              <p:spPr>
                <a:xfrm>
                  <a:off x="5697987" y="2084597"/>
                  <a:ext cx="1342126" cy="1342126"/>
                </a:xfrm>
                <a:prstGeom prst="ellipse">
                  <a:avLst/>
                </a:prstGeom>
                <a:solidFill>
                  <a:srgbClr val="F9F9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9" name="椭圆 308"/>
                <p:cNvSpPr/>
                <p:nvPr/>
              </p:nvSpPr>
              <p:spPr>
                <a:xfrm>
                  <a:off x="5868225" y="2257789"/>
                  <a:ext cx="1015823" cy="1015823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10" name="椭圆 309"/>
                <p:cNvSpPr/>
                <p:nvPr/>
              </p:nvSpPr>
              <p:spPr>
                <a:xfrm>
                  <a:off x="5972810" y="2359420"/>
                  <a:ext cx="792480" cy="792480"/>
                </a:xfrm>
                <a:prstGeom prst="ellipse">
                  <a:avLst/>
                </a:prstGeom>
                <a:solidFill>
                  <a:srgbClr val="F9F9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11" name="椭圆 310"/>
                <p:cNvSpPr/>
                <p:nvPr/>
              </p:nvSpPr>
              <p:spPr>
                <a:xfrm>
                  <a:off x="6171523" y="2558133"/>
                  <a:ext cx="395054" cy="395054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98" name="椭圆 97"/>
              <p:cNvSpPr/>
              <p:nvPr/>
            </p:nvSpPr>
            <p:spPr>
              <a:xfrm>
                <a:off x="3886350" y="5228247"/>
                <a:ext cx="865710" cy="6477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99" name="同侧圆角矩形 98"/>
              <p:cNvSpPr/>
              <p:nvPr/>
            </p:nvSpPr>
            <p:spPr>
              <a:xfrm flipV="1">
                <a:off x="3551240" y="4568689"/>
                <a:ext cx="1602500" cy="996950"/>
              </a:xfrm>
              <a:prstGeom prst="round2SameRect">
                <a:avLst>
                  <a:gd name="adj1" fmla="val 33228"/>
                  <a:gd name="adj2" fmla="val 0"/>
                </a:avLst>
              </a:prstGeom>
              <a:gradFill>
                <a:gsLst>
                  <a:gs pos="0">
                    <a:srgbClr val="0070C0"/>
                  </a:gs>
                  <a:gs pos="100000">
                    <a:srgbClr val="00B0F0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圆角矩形 99"/>
              <p:cNvSpPr/>
              <p:nvPr/>
            </p:nvSpPr>
            <p:spPr>
              <a:xfrm>
                <a:off x="3488892" y="4483062"/>
                <a:ext cx="1727197" cy="183954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1" name="圆角矩形 100"/>
              <p:cNvSpPr/>
              <p:nvPr/>
            </p:nvSpPr>
            <p:spPr>
              <a:xfrm>
                <a:off x="3488892" y="4819612"/>
                <a:ext cx="1727197" cy="183954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3488892" y="5156162"/>
                <a:ext cx="1727197" cy="183954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540000">
                <a:off x="5142159" y="1478407"/>
                <a:ext cx="279623" cy="26330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9117182">
                <a:off x="3146805" y="1605265"/>
                <a:ext cx="279623" cy="26330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>
                <a:off x="3027527" y="1799995"/>
                <a:ext cx="173624" cy="163492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540000">
                <a:off x="5731932" y="2708537"/>
                <a:ext cx="231094" cy="217607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20304764">
                <a:off x="2888300" y="3364504"/>
                <a:ext cx="210085" cy="19782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9776369">
                <a:off x="4873259" y="4161052"/>
                <a:ext cx="279623" cy="26330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21147409">
                <a:off x="3550210" y="4236227"/>
                <a:ext cx="231094" cy="217607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21300000">
                <a:off x="4753809" y="1774219"/>
                <a:ext cx="590272" cy="602619"/>
              </a:xfrm>
              <a:custGeom>
                <a:avLst/>
                <a:gdLst>
                  <a:gd name="connsiteX0" fmla="*/ 378421 w 770173"/>
                  <a:gd name="connsiteY0" fmla="*/ 151612 h 786281"/>
                  <a:gd name="connsiteX1" fmla="*/ 131764 w 770173"/>
                  <a:gd name="connsiteY1" fmla="*/ 398268 h 786281"/>
                  <a:gd name="connsiteX2" fmla="*/ 378421 w 770173"/>
                  <a:gd name="connsiteY2" fmla="*/ 644925 h 786281"/>
                  <a:gd name="connsiteX3" fmla="*/ 625078 w 770173"/>
                  <a:gd name="connsiteY3" fmla="*/ 398268 h 786281"/>
                  <a:gd name="connsiteX4" fmla="*/ 378421 w 770173"/>
                  <a:gd name="connsiteY4" fmla="*/ 151612 h 786281"/>
                  <a:gd name="connsiteX5" fmla="*/ 295853 w 770173"/>
                  <a:gd name="connsiteY5" fmla="*/ 0 h 786281"/>
                  <a:gd name="connsiteX6" fmla="*/ 474320 w 770173"/>
                  <a:gd name="connsiteY6" fmla="*/ 0 h 786281"/>
                  <a:gd name="connsiteX7" fmla="*/ 474320 w 770173"/>
                  <a:gd name="connsiteY7" fmla="*/ 98921 h 786281"/>
                  <a:gd name="connsiteX8" fmla="*/ 502920 w 770173"/>
                  <a:gd name="connsiteY8" fmla="*/ 107799 h 786281"/>
                  <a:gd name="connsiteX9" fmla="*/ 555523 w 770173"/>
                  <a:gd name="connsiteY9" fmla="*/ 136351 h 786281"/>
                  <a:gd name="connsiteX10" fmla="*/ 594990 w 770173"/>
                  <a:gd name="connsiteY10" fmla="*/ 168914 h 786281"/>
                  <a:gd name="connsiteX11" fmla="*/ 680939 w 770173"/>
                  <a:gd name="connsiteY11" fmla="*/ 119292 h 786281"/>
                  <a:gd name="connsiteX12" fmla="*/ 770173 w 770173"/>
                  <a:gd name="connsiteY12" fmla="*/ 273849 h 786281"/>
                  <a:gd name="connsiteX13" fmla="*/ 683620 w 770173"/>
                  <a:gd name="connsiteY13" fmla="*/ 323819 h 786281"/>
                  <a:gd name="connsiteX14" fmla="*/ 685766 w 770173"/>
                  <a:gd name="connsiteY14" fmla="*/ 330730 h 786281"/>
                  <a:gd name="connsiteX15" fmla="*/ 692057 w 770173"/>
                  <a:gd name="connsiteY15" fmla="*/ 393141 h 786281"/>
                  <a:gd name="connsiteX16" fmla="*/ 685766 w 770173"/>
                  <a:gd name="connsiteY16" fmla="*/ 455551 h 786281"/>
                  <a:gd name="connsiteX17" fmla="*/ 683620 w 770173"/>
                  <a:gd name="connsiteY17" fmla="*/ 462462 h 786281"/>
                  <a:gd name="connsiteX18" fmla="*/ 770173 w 770173"/>
                  <a:gd name="connsiteY18" fmla="*/ 512433 h 786281"/>
                  <a:gd name="connsiteX19" fmla="*/ 680939 w 770173"/>
                  <a:gd name="connsiteY19" fmla="*/ 666990 h 786281"/>
                  <a:gd name="connsiteX20" fmla="*/ 594990 w 770173"/>
                  <a:gd name="connsiteY20" fmla="*/ 617367 h 786281"/>
                  <a:gd name="connsiteX21" fmla="*/ 555523 w 770173"/>
                  <a:gd name="connsiteY21" fmla="*/ 649930 h 786281"/>
                  <a:gd name="connsiteX22" fmla="*/ 502920 w 770173"/>
                  <a:gd name="connsiteY22" fmla="*/ 678482 h 786281"/>
                  <a:gd name="connsiteX23" fmla="*/ 474320 w 770173"/>
                  <a:gd name="connsiteY23" fmla="*/ 687360 h 786281"/>
                  <a:gd name="connsiteX24" fmla="*/ 474320 w 770173"/>
                  <a:gd name="connsiteY24" fmla="*/ 786281 h 786281"/>
                  <a:gd name="connsiteX25" fmla="*/ 295853 w 770173"/>
                  <a:gd name="connsiteY25" fmla="*/ 786281 h 786281"/>
                  <a:gd name="connsiteX26" fmla="*/ 295853 w 770173"/>
                  <a:gd name="connsiteY26" fmla="*/ 689041 h 786281"/>
                  <a:gd name="connsiteX27" fmla="*/ 261839 w 770173"/>
                  <a:gd name="connsiteY27" fmla="*/ 678482 h 786281"/>
                  <a:gd name="connsiteX28" fmla="*/ 209236 w 770173"/>
                  <a:gd name="connsiteY28" fmla="*/ 649930 h 786281"/>
                  <a:gd name="connsiteX29" fmla="*/ 171997 w 770173"/>
                  <a:gd name="connsiteY29" fmla="*/ 619205 h 786281"/>
                  <a:gd name="connsiteX30" fmla="*/ 89233 w 770173"/>
                  <a:gd name="connsiteY30" fmla="*/ 666990 h 786281"/>
                  <a:gd name="connsiteX31" fmla="*/ 0 w 770173"/>
                  <a:gd name="connsiteY31" fmla="*/ 512433 h 786281"/>
                  <a:gd name="connsiteX32" fmla="*/ 81961 w 770173"/>
                  <a:gd name="connsiteY32" fmla="*/ 465112 h 786281"/>
                  <a:gd name="connsiteX33" fmla="*/ 78993 w 770173"/>
                  <a:gd name="connsiteY33" fmla="*/ 455551 h 786281"/>
                  <a:gd name="connsiteX34" fmla="*/ 72702 w 770173"/>
                  <a:gd name="connsiteY34" fmla="*/ 393141 h 786281"/>
                  <a:gd name="connsiteX35" fmla="*/ 78993 w 770173"/>
                  <a:gd name="connsiteY35" fmla="*/ 330730 h 786281"/>
                  <a:gd name="connsiteX36" fmla="*/ 81961 w 770173"/>
                  <a:gd name="connsiteY36" fmla="*/ 321169 h 786281"/>
                  <a:gd name="connsiteX37" fmla="*/ 0 w 770173"/>
                  <a:gd name="connsiteY37" fmla="*/ 273849 h 786281"/>
                  <a:gd name="connsiteX38" fmla="*/ 89233 w 770173"/>
                  <a:gd name="connsiteY38" fmla="*/ 119292 h 786281"/>
                  <a:gd name="connsiteX39" fmla="*/ 171997 w 770173"/>
                  <a:gd name="connsiteY39" fmla="*/ 167076 h 786281"/>
                  <a:gd name="connsiteX40" fmla="*/ 209236 w 770173"/>
                  <a:gd name="connsiteY40" fmla="*/ 136351 h 786281"/>
                  <a:gd name="connsiteX41" fmla="*/ 261839 w 770173"/>
                  <a:gd name="connsiteY41" fmla="*/ 107799 h 786281"/>
                  <a:gd name="connsiteX42" fmla="*/ 295853 w 770173"/>
                  <a:gd name="connsiteY42" fmla="*/ 97241 h 786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70173" h="786281">
                    <a:moveTo>
                      <a:pt x="378421" y="151612"/>
                    </a:moveTo>
                    <a:cubicBezTo>
                      <a:pt x="242197" y="151612"/>
                      <a:pt x="131764" y="262044"/>
                      <a:pt x="131764" y="398268"/>
                    </a:cubicBezTo>
                    <a:cubicBezTo>
                      <a:pt x="131764" y="534493"/>
                      <a:pt x="242197" y="644925"/>
                      <a:pt x="378421" y="644925"/>
                    </a:cubicBezTo>
                    <a:cubicBezTo>
                      <a:pt x="514646" y="644925"/>
                      <a:pt x="625078" y="534493"/>
                      <a:pt x="625078" y="398268"/>
                    </a:cubicBezTo>
                    <a:cubicBezTo>
                      <a:pt x="625078" y="262044"/>
                      <a:pt x="514646" y="151612"/>
                      <a:pt x="378421" y="151612"/>
                    </a:cubicBezTo>
                    <a:close/>
                    <a:moveTo>
                      <a:pt x="295853" y="0"/>
                    </a:moveTo>
                    <a:lnTo>
                      <a:pt x="474320" y="0"/>
                    </a:lnTo>
                    <a:lnTo>
                      <a:pt x="474320" y="98921"/>
                    </a:lnTo>
                    <a:lnTo>
                      <a:pt x="502920" y="107799"/>
                    </a:lnTo>
                    <a:cubicBezTo>
                      <a:pt x="521445" y="115634"/>
                      <a:pt x="539048" y="125221"/>
                      <a:pt x="555523" y="136351"/>
                    </a:cubicBezTo>
                    <a:lnTo>
                      <a:pt x="594990" y="168914"/>
                    </a:lnTo>
                    <a:lnTo>
                      <a:pt x="680939" y="119292"/>
                    </a:lnTo>
                    <a:lnTo>
                      <a:pt x="770173" y="273849"/>
                    </a:lnTo>
                    <a:lnTo>
                      <a:pt x="683620" y="323819"/>
                    </a:lnTo>
                    <a:lnTo>
                      <a:pt x="685766" y="330730"/>
                    </a:lnTo>
                    <a:cubicBezTo>
                      <a:pt x="689891" y="350889"/>
                      <a:pt x="692057" y="371762"/>
                      <a:pt x="692057" y="393141"/>
                    </a:cubicBezTo>
                    <a:cubicBezTo>
                      <a:pt x="692057" y="414519"/>
                      <a:pt x="689891" y="435392"/>
                      <a:pt x="685766" y="455551"/>
                    </a:cubicBezTo>
                    <a:lnTo>
                      <a:pt x="683620" y="462462"/>
                    </a:lnTo>
                    <a:lnTo>
                      <a:pt x="770173" y="512433"/>
                    </a:lnTo>
                    <a:lnTo>
                      <a:pt x="680939" y="666990"/>
                    </a:lnTo>
                    <a:lnTo>
                      <a:pt x="594990" y="617367"/>
                    </a:lnTo>
                    <a:lnTo>
                      <a:pt x="555523" y="649930"/>
                    </a:lnTo>
                    <a:cubicBezTo>
                      <a:pt x="539048" y="661060"/>
                      <a:pt x="521445" y="670647"/>
                      <a:pt x="502920" y="678482"/>
                    </a:cubicBezTo>
                    <a:lnTo>
                      <a:pt x="474320" y="687360"/>
                    </a:lnTo>
                    <a:lnTo>
                      <a:pt x="474320" y="786281"/>
                    </a:lnTo>
                    <a:lnTo>
                      <a:pt x="295853" y="786281"/>
                    </a:lnTo>
                    <a:lnTo>
                      <a:pt x="295853" y="689041"/>
                    </a:lnTo>
                    <a:lnTo>
                      <a:pt x="261839" y="678482"/>
                    </a:lnTo>
                    <a:cubicBezTo>
                      <a:pt x="243314" y="670647"/>
                      <a:pt x="225711" y="661060"/>
                      <a:pt x="209236" y="649930"/>
                    </a:cubicBezTo>
                    <a:lnTo>
                      <a:pt x="171997" y="619205"/>
                    </a:lnTo>
                    <a:lnTo>
                      <a:pt x="89233" y="666990"/>
                    </a:lnTo>
                    <a:lnTo>
                      <a:pt x="0" y="512433"/>
                    </a:lnTo>
                    <a:lnTo>
                      <a:pt x="81961" y="465112"/>
                    </a:lnTo>
                    <a:lnTo>
                      <a:pt x="78993" y="455551"/>
                    </a:lnTo>
                    <a:cubicBezTo>
                      <a:pt x="74868" y="435392"/>
                      <a:pt x="72702" y="414519"/>
                      <a:pt x="72702" y="393141"/>
                    </a:cubicBezTo>
                    <a:cubicBezTo>
                      <a:pt x="72702" y="371762"/>
                      <a:pt x="74868" y="350889"/>
                      <a:pt x="78993" y="330730"/>
                    </a:cubicBezTo>
                    <a:lnTo>
                      <a:pt x="81961" y="321169"/>
                    </a:lnTo>
                    <a:lnTo>
                      <a:pt x="0" y="273849"/>
                    </a:lnTo>
                    <a:lnTo>
                      <a:pt x="89233" y="119292"/>
                    </a:lnTo>
                    <a:lnTo>
                      <a:pt x="171997" y="167076"/>
                    </a:lnTo>
                    <a:lnTo>
                      <a:pt x="209236" y="136351"/>
                    </a:lnTo>
                    <a:cubicBezTo>
                      <a:pt x="225711" y="125221"/>
                      <a:pt x="243314" y="115634"/>
                      <a:pt x="261839" y="107799"/>
                    </a:cubicBezTo>
                    <a:lnTo>
                      <a:pt x="295853" y="9724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11" name="组合 110"/>
              <p:cNvGrpSpPr/>
              <p:nvPr/>
            </p:nvGrpSpPr>
            <p:grpSpPr>
              <a:xfrm>
                <a:off x="3392721" y="1409066"/>
                <a:ext cx="373659" cy="373659"/>
                <a:chOff x="3404393" y="1190304"/>
                <a:chExt cx="1066092" cy="1066091"/>
              </a:xfrm>
            </p:grpSpPr>
            <p:sp>
              <p:nvSpPr>
                <p:cNvPr id="291" name="矩形 290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2" name="矩形 291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3" name="矩形 292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4" name="矩形 293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5" name="矩形 294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6" name="矩形 295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7" name="矩形 296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8" name="矩形 297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9" name="矩形 298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0" name="矩形 299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1" name="矩形 300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2" name="矩形 301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3" name="任意多边形 302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304" name="任意多边形 303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305" name="任意多边形 304"/>
                <p:cNvSpPr/>
                <p:nvPr/>
              </p:nvSpPr>
              <p:spPr>
                <a:xfrm>
                  <a:off x="3601763" y="1388815"/>
                  <a:ext cx="666964" cy="666963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2" name="组合 111"/>
              <p:cNvGrpSpPr/>
              <p:nvPr/>
            </p:nvGrpSpPr>
            <p:grpSpPr>
              <a:xfrm>
                <a:off x="4109340" y="3529786"/>
                <a:ext cx="841832" cy="841831"/>
                <a:chOff x="5889363" y="3101297"/>
                <a:chExt cx="841832" cy="841831"/>
              </a:xfrm>
            </p:grpSpPr>
            <p:sp>
              <p:nvSpPr>
                <p:cNvPr id="289" name="任意多边形 288"/>
                <p:cNvSpPr/>
                <p:nvPr/>
              </p:nvSpPr>
              <p:spPr>
                <a:xfrm>
                  <a:off x="5889363" y="3101297"/>
                  <a:ext cx="841832" cy="841831"/>
                </a:xfrm>
                <a:custGeom>
                  <a:avLst/>
                  <a:gdLst>
                    <a:gd name="connsiteX0" fmla="*/ 441182 w 889882"/>
                    <a:gd name="connsiteY0" fmla="*/ 266316 h 889881"/>
                    <a:gd name="connsiteX1" fmla="*/ 268444 w 889882"/>
                    <a:gd name="connsiteY1" fmla="*/ 439053 h 889881"/>
                    <a:gd name="connsiteX2" fmla="*/ 441182 w 889882"/>
                    <a:gd name="connsiteY2" fmla="*/ 611790 h 889881"/>
                    <a:gd name="connsiteX3" fmla="*/ 613919 w 889882"/>
                    <a:gd name="connsiteY3" fmla="*/ 439053 h 889881"/>
                    <a:gd name="connsiteX4" fmla="*/ 441182 w 889882"/>
                    <a:gd name="connsiteY4" fmla="*/ 266316 h 889881"/>
                    <a:gd name="connsiteX5" fmla="*/ 388980 w 889882"/>
                    <a:gd name="connsiteY5" fmla="*/ 0 h 889881"/>
                    <a:gd name="connsiteX6" fmla="*/ 500903 w 889882"/>
                    <a:gd name="connsiteY6" fmla="*/ 0 h 889881"/>
                    <a:gd name="connsiteX7" fmla="*/ 500903 w 889882"/>
                    <a:gd name="connsiteY7" fmla="*/ 60161 h 889881"/>
                    <a:gd name="connsiteX8" fmla="*/ 524838 w 889882"/>
                    <a:gd name="connsiteY8" fmla="*/ 62573 h 889881"/>
                    <a:gd name="connsiteX9" fmla="*/ 589495 w 889882"/>
                    <a:gd name="connsiteY9" fmla="*/ 82644 h 889881"/>
                    <a:gd name="connsiteX10" fmla="*/ 618948 w 889882"/>
                    <a:gd name="connsiteY10" fmla="*/ 31630 h 889881"/>
                    <a:gd name="connsiteX11" fmla="*/ 715876 w 889882"/>
                    <a:gd name="connsiteY11" fmla="*/ 87591 h 889881"/>
                    <a:gd name="connsiteX12" fmla="*/ 686033 w 889882"/>
                    <a:gd name="connsiteY12" fmla="*/ 139281 h 889881"/>
                    <a:gd name="connsiteX13" fmla="*/ 721707 w 889882"/>
                    <a:gd name="connsiteY13" fmla="*/ 168715 h 889881"/>
                    <a:gd name="connsiteX14" fmla="*/ 750665 w 889882"/>
                    <a:gd name="connsiteY14" fmla="*/ 203812 h 889881"/>
                    <a:gd name="connsiteX15" fmla="*/ 802290 w 889882"/>
                    <a:gd name="connsiteY15" fmla="*/ 174007 h 889881"/>
                    <a:gd name="connsiteX16" fmla="*/ 858251 w 889882"/>
                    <a:gd name="connsiteY16" fmla="*/ 270935 h 889881"/>
                    <a:gd name="connsiteX17" fmla="*/ 807553 w 889882"/>
                    <a:gd name="connsiteY17" fmla="*/ 300205 h 889881"/>
                    <a:gd name="connsiteX18" fmla="*/ 827848 w 889882"/>
                    <a:gd name="connsiteY18" fmla="*/ 365584 h 889881"/>
                    <a:gd name="connsiteX19" fmla="*/ 830207 w 889882"/>
                    <a:gd name="connsiteY19" fmla="*/ 388980 h 889881"/>
                    <a:gd name="connsiteX20" fmla="*/ 889882 w 889882"/>
                    <a:gd name="connsiteY20" fmla="*/ 388980 h 889881"/>
                    <a:gd name="connsiteX21" fmla="*/ 889882 w 889882"/>
                    <a:gd name="connsiteY21" fmla="*/ 500903 h 889881"/>
                    <a:gd name="connsiteX22" fmla="*/ 830029 w 889882"/>
                    <a:gd name="connsiteY22" fmla="*/ 500903 h 889881"/>
                    <a:gd name="connsiteX23" fmla="*/ 827848 w 889882"/>
                    <a:gd name="connsiteY23" fmla="*/ 522539 h 889881"/>
                    <a:gd name="connsiteX24" fmla="*/ 807090 w 889882"/>
                    <a:gd name="connsiteY24" fmla="*/ 589410 h 889881"/>
                    <a:gd name="connsiteX25" fmla="*/ 858251 w 889882"/>
                    <a:gd name="connsiteY25" fmla="*/ 618948 h 889881"/>
                    <a:gd name="connsiteX26" fmla="*/ 802290 w 889882"/>
                    <a:gd name="connsiteY26" fmla="*/ 715876 h 889881"/>
                    <a:gd name="connsiteX27" fmla="*/ 749682 w 889882"/>
                    <a:gd name="connsiteY27" fmla="*/ 685502 h 889881"/>
                    <a:gd name="connsiteX28" fmla="*/ 721707 w 889882"/>
                    <a:gd name="connsiteY28" fmla="*/ 719408 h 889881"/>
                    <a:gd name="connsiteX29" fmla="*/ 685345 w 889882"/>
                    <a:gd name="connsiteY29" fmla="*/ 749409 h 889881"/>
                    <a:gd name="connsiteX30" fmla="*/ 715876 w 889882"/>
                    <a:gd name="connsiteY30" fmla="*/ 802290 h 889881"/>
                    <a:gd name="connsiteX31" fmla="*/ 618948 w 889882"/>
                    <a:gd name="connsiteY31" fmla="*/ 858252 h 889881"/>
                    <a:gd name="connsiteX32" fmla="*/ 588634 w 889882"/>
                    <a:gd name="connsiteY32" fmla="*/ 805746 h 889881"/>
                    <a:gd name="connsiteX33" fmla="*/ 524838 w 889882"/>
                    <a:gd name="connsiteY33" fmla="*/ 825549 h 889881"/>
                    <a:gd name="connsiteX34" fmla="*/ 500903 w 889882"/>
                    <a:gd name="connsiteY34" fmla="*/ 827962 h 889881"/>
                    <a:gd name="connsiteX35" fmla="*/ 500903 w 889882"/>
                    <a:gd name="connsiteY35" fmla="*/ 889881 h 889881"/>
                    <a:gd name="connsiteX36" fmla="*/ 388980 w 889882"/>
                    <a:gd name="connsiteY36" fmla="*/ 889881 h 889881"/>
                    <a:gd name="connsiteX37" fmla="*/ 388980 w 889882"/>
                    <a:gd name="connsiteY37" fmla="*/ 827676 h 889881"/>
                    <a:gd name="connsiteX38" fmla="*/ 367883 w 889882"/>
                    <a:gd name="connsiteY38" fmla="*/ 825549 h 889881"/>
                    <a:gd name="connsiteX39" fmla="*/ 301681 w 889882"/>
                    <a:gd name="connsiteY39" fmla="*/ 804998 h 889881"/>
                    <a:gd name="connsiteX40" fmla="*/ 270935 w 889882"/>
                    <a:gd name="connsiteY40" fmla="*/ 858252 h 889881"/>
                    <a:gd name="connsiteX41" fmla="*/ 174007 w 889882"/>
                    <a:gd name="connsiteY41" fmla="*/ 802290 h 889881"/>
                    <a:gd name="connsiteX42" fmla="*/ 205454 w 889882"/>
                    <a:gd name="connsiteY42" fmla="*/ 747823 h 889881"/>
                    <a:gd name="connsiteX43" fmla="*/ 171014 w 889882"/>
                    <a:gd name="connsiteY43" fmla="*/ 719408 h 889881"/>
                    <a:gd name="connsiteX44" fmla="*/ 142123 w 889882"/>
                    <a:gd name="connsiteY44" fmla="*/ 684392 h 889881"/>
                    <a:gd name="connsiteX45" fmla="*/ 87591 w 889882"/>
                    <a:gd name="connsiteY45" fmla="*/ 715876 h 889881"/>
                    <a:gd name="connsiteX46" fmla="*/ 31630 w 889882"/>
                    <a:gd name="connsiteY46" fmla="*/ 618948 h 889881"/>
                    <a:gd name="connsiteX47" fmla="*/ 85199 w 889882"/>
                    <a:gd name="connsiteY47" fmla="*/ 588019 h 889881"/>
                    <a:gd name="connsiteX48" fmla="*/ 64873 w 889882"/>
                    <a:gd name="connsiteY48" fmla="*/ 522539 h 889881"/>
                    <a:gd name="connsiteX49" fmla="*/ 62692 w 889882"/>
                    <a:gd name="connsiteY49" fmla="*/ 500903 h 889881"/>
                    <a:gd name="connsiteX50" fmla="*/ 0 w 889882"/>
                    <a:gd name="connsiteY50" fmla="*/ 500903 h 889881"/>
                    <a:gd name="connsiteX51" fmla="*/ 0 w 889882"/>
                    <a:gd name="connsiteY51" fmla="*/ 388980 h 889881"/>
                    <a:gd name="connsiteX52" fmla="*/ 62514 w 889882"/>
                    <a:gd name="connsiteY52" fmla="*/ 388980 h 889881"/>
                    <a:gd name="connsiteX53" fmla="*/ 64873 w 889882"/>
                    <a:gd name="connsiteY53" fmla="*/ 365584 h 889881"/>
                    <a:gd name="connsiteX54" fmla="*/ 84736 w 889882"/>
                    <a:gd name="connsiteY54" fmla="*/ 301596 h 889881"/>
                    <a:gd name="connsiteX55" fmla="*/ 31630 w 889882"/>
                    <a:gd name="connsiteY55" fmla="*/ 270935 h 889881"/>
                    <a:gd name="connsiteX56" fmla="*/ 87591 w 889882"/>
                    <a:gd name="connsiteY56" fmla="*/ 174007 h 889881"/>
                    <a:gd name="connsiteX57" fmla="*/ 141139 w 889882"/>
                    <a:gd name="connsiteY57" fmla="*/ 204923 h 889881"/>
                    <a:gd name="connsiteX58" fmla="*/ 171014 w 889882"/>
                    <a:gd name="connsiteY58" fmla="*/ 168715 h 889881"/>
                    <a:gd name="connsiteX59" fmla="*/ 204766 w 889882"/>
                    <a:gd name="connsiteY59" fmla="*/ 140867 h 889881"/>
                    <a:gd name="connsiteX60" fmla="*/ 174007 w 889882"/>
                    <a:gd name="connsiteY60" fmla="*/ 87591 h 889881"/>
                    <a:gd name="connsiteX61" fmla="*/ 270935 w 889882"/>
                    <a:gd name="connsiteY61" fmla="*/ 31630 h 889881"/>
                    <a:gd name="connsiteX62" fmla="*/ 300819 w 889882"/>
                    <a:gd name="connsiteY62" fmla="*/ 83391 h 889881"/>
                    <a:gd name="connsiteX63" fmla="*/ 367883 w 889882"/>
                    <a:gd name="connsiteY63" fmla="*/ 62573 h 889881"/>
                    <a:gd name="connsiteX64" fmla="*/ 388980 w 889882"/>
                    <a:gd name="connsiteY64" fmla="*/ 60447 h 889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889882" h="889881">
                      <a:moveTo>
                        <a:pt x="441182" y="266316"/>
                      </a:moveTo>
                      <a:cubicBezTo>
                        <a:pt x="345781" y="266316"/>
                        <a:pt x="268444" y="343653"/>
                        <a:pt x="268444" y="439053"/>
                      </a:cubicBezTo>
                      <a:cubicBezTo>
                        <a:pt x="268444" y="534453"/>
                        <a:pt x="345781" y="611790"/>
                        <a:pt x="441182" y="611790"/>
                      </a:cubicBezTo>
                      <a:cubicBezTo>
                        <a:pt x="536582" y="611790"/>
                        <a:pt x="613919" y="534453"/>
                        <a:pt x="613919" y="439053"/>
                      </a:cubicBezTo>
                      <a:cubicBezTo>
                        <a:pt x="613919" y="343653"/>
                        <a:pt x="536582" y="266316"/>
                        <a:pt x="441182" y="266316"/>
                      </a:cubicBezTo>
                      <a:close/>
                      <a:moveTo>
                        <a:pt x="388980" y="0"/>
                      </a:moveTo>
                      <a:lnTo>
                        <a:pt x="500903" y="0"/>
                      </a:lnTo>
                      <a:lnTo>
                        <a:pt x="500903" y="60161"/>
                      </a:lnTo>
                      <a:lnTo>
                        <a:pt x="524838" y="62573"/>
                      </a:lnTo>
                      <a:lnTo>
                        <a:pt x="589495" y="82644"/>
                      </a:lnTo>
                      <a:lnTo>
                        <a:pt x="618948" y="31630"/>
                      </a:lnTo>
                      <a:lnTo>
                        <a:pt x="715876" y="87591"/>
                      </a:lnTo>
                      <a:lnTo>
                        <a:pt x="686033" y="139281"/>
                      </a:lnTo>
                      <a:lnTo>
                        <a:pt x="721707" y="168715"/>
                      </a:lnTo>
                      <a:lnTo>
                        <a:pt x="750665" y="203812"/>
                      </a:lnTo>
                      <a:lnTo>
                        <a:pt x="802290" y="174007"/>
                      </a:lnTo>
                      <a:lnTo>
                        <a:pt x="858251" y="270935"/>
                      </a:lnTo>
                      <a:lnTo>
                        <a:pt x="807553" y="300205"/>
                      </a:lnTo>
                      <a:lnTo>
                        <a:pt x="827848" y="365584"/>
                      </a:lnTo>
                      <a:lnTo>
                        <a:pt x="830207" y="388980"/>
                      </a:lnTo>
                      <a:lnTo>
                        <a:pt x="889882" y="388980"/>
                      </a:lnTo>
                      <a:lnTo>
                        <a:pt x="889882" y="500903"/>
                      </a:lnTo>
                      <a:lnTo>
                        <a:pt x="830029" y="500903"/>
                      </a:lnTo>
                      <a:lnTo>
                        <a:pt x="827848" y="522539"/>
                      </a:lnTo>
                      <a:lnTo>
                        <a:pt x="807090" y="589410"/>
                      </a:lnTo>
                      <a:lnTo>
                        <a:pt x="858251" y="618948"/>
                      </a:lnTo>
                      <a:lnTo>
                        <a:pt x="802290" y="715876"/>
                      </a:lnTo>
                      <a:lnTo>
                        <a:pt x="749682" y="685502"/>
                      </a:lnTo>
                      <a:lnTo>
                        <a:pt x="721707" y="719408"/>
                      </a:lnTo>
                      <a:lnTo>
                        <a:pt x="685345" y="749409"/>
                      </a:lnTo>
                      <a:lnTo>
                        <a:pt x="715876" y="802290"/>
                      </a:lnTo>
                      <a:lnTo>
                        <a:pt x="618948" y="858252"/>
                      </a:lnTo>
                      <a:lnTo>
                        <a:pt x="588634" y="805746"/>
                      </a:lnTo>
                      <a:lnTo>
                        <a:pt x="524838" y="825549"/>
                      </a:lnTo>
                      <a:lnTo>
                        <a:pt x="500903" y="827962"/>
                      </a:lnTo>
                      <a:lnTo>
                        <a:pt x="500903" y="889881"/>
                      </a:lnTo>
                      <a:lnTo>
                        <a:pt x="388980" y="889881"/>
                      </a:lnTo>
                      <a:lnTo>
                        <a:pt x="388980" y="827676"/>
                      </a:lnTo>
                      <a:lnTo>
                        <a:pt x="367883" y="825549"/>
                      </a:lnTo>
                      <a:lnTo>
                        <a:pt x="301681" y="804998"/>
                      </a:lnTo>
                      <a:lnTo>
                        <a:pt x="270935" y="858252"/>
                      </a:lnTo>
                      <a:lnTo>
                        <a:pt x="174007" y="802290"/>
                      </a:lnTo>
                      <a:lnTo>
                        <a:pt x="205454" y="747823"/>
                      </a:lnTo>
                      <a:lnTo>
                        <a:pt x="171014" y="719408"/>
                      </a:lnTo>
                      <a:lnTo>
                        <a:pt x="142123" y="684392"/>
                      </a:lnTo>
                      <a:lnTo>
                        <a:pt x="87591" y="715876"/>
                      </a:lnTo>
                      <a:lnTo>
                        <a:pt x="31630" y="618948"/>
                      </a:lnTo>
                      <a:lnTo>
                        <a:pt x="85199" y="588019"/>
                      </a:lnTo>
                      <a:lnTo>
                        <a:pt x="64873" y="522539"/>
                      </a:lnTo>
                      <a:lnTo>
                        <a:pt x="62692" y="500903"/>
                      </a:lnTo>
                      <a:lnTo>
                        <a:pt x="0" y="500903"/>
                      </a:lnTo>
                      <a:lnTo>
                        <a:pt x="0" y="388980"/>
                      </a:lnTo>
                      <a:lnTo>
                        <a:pt x="62514" y="388980"/>
                      </a:lnTo>
                      <a:lnTo>
                        <a:pt x="64873" y="365584"/>
                      </a:lnTo>
                      <a:lnTo>
                        <a:pt x="84736" y="301596"/>
                      </a:lnTo>
                      <a:lnTo>
                        <a:pt x="31630" y="270935"/>
                      </a:lnTo>
                      <a:lnTo>
                        <a:pt x="87591" y="174007"/>
                      </a:lnTo>
                      <a:lnTo>
                        <a:pt x="141139" y="204923"/>
                      </a:lnTo>
                      <a:lnTo>
                        <a:pt x="171014" y="168715"/>
                      </a:lnTo>
                      <a:lnTo>
                        <a:pt x="204766" y="140867"/>
                      </a:lnTo>
                      <a:lnTo>
                        <a:pt x="174007" y="87591"/>
                      </a:lnTo>
                      <a:lnTo>
                        <a:pt x="270935" y="31630"/>
                      </a:lnTo>
                      <a:lnTo>
                        <a:pt x="300819" y="83391"/>
                      </a:lnTo>
                      <a:lnTo>
                        <a:pt x="367883" y="62573"/>
                      </a:lnTo>
                      <a:lnTo>
                        <a:pt x="388980" y="60447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0" name="椭圆 289"/>
                <p:cNvSpPr/>
                <p:nvPr/>
              </p:nvSpPr>
              <p:spPr>
                <a:xfrm>
                  <a:off x="6033461" y="3247646"/>
                  <a:ext cx="546936" cy="546936"/>
                </a:xfrm>
                <a:prstGeom prst="ellipse">
                  <a:avLst/>
                </a:prstGeom>
                <a:solidFill>
                  <a:srgbClr val="00B0F0"/>
                </a:solidFill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3" name="组合 112"/>
              <p:cNvGrpSpPr/>
              <p:nvPr/>
            </p:nvGrpSpPr>
            <p:grpSpPr>
              <a:xfrm>
                <a:off x="4859188" y="2759978"/>
                <a:ext cx="965122" cy="955564"/>
                <a:chOff x="7839570" y="2453897"/>
                <a:chExt cx="373659" cy="373658"/>
              </a:xfrm>
              <a:solidFill>
                <a:srgbClr val="01ACBE"/>
              </a:solidFill>
            </p:grpSpPr>
            <p:sp>
              <p:nvSpPr>
                <p:cNvPr id="275" name="矩形 274"/>
                <p:cNvSpPr/>
                <p:nvPr/>
              </p:nvSpPr>
              <p:spPr>
                <a:xfrm>
                  <a:off x="8002901" y="24538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6" name="矩形 275"/>
                <p:cNvSpPr/>
                <p:nvPr/>
              </p:nvSpPr>
              <p:spPr>
                <a:xfrm rot="1800000">
                  <a:off x="8089701" y="247715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7" name="矩形 276"/>
                <p:cNvSpPr/>
                <p:nvPr/>
              </p:nvSpPr>
              <p:spPr>
                <a:xfrm rot="3600000">
                  <a:off x="8153243" y="254069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8" name="矩形 277"/>
                <p:cNvSpPr/>
                <p:nvPr/>
              </p:nvSpPr>
              <p:spPr>
                <a:xfrm rot="5400000">
                  <a:off x="8176501" y="2627496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9" name="矩形 278"/>
                <p:cNvSpPr/>
                <p:nvPr/>
              </p:nvSpPr>
              <p:spPr>
                <a:xfrm rot="7200000">
                  <a:off x="8153243" y="2714296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0" name="矩形 279"/>
                <p:cNvSpPr/>
                <p:nvPr/>
              </p:nvSpPr>
              <p:spPr>
                <a:xfrm rot="9000000">
                  <a:off x="8089701" y="2777838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1" name="矩形 280"/>
                <p:cNvSpPr/>
                <p:nvPr/>
              </p:nvSpPr>
              <p:spPr>
                <a:xfrm rot="10800000">
                  <a:off x="8002901" y="280109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2" name="矩形 281"/>
                <p:cNvSpPr/>
                <p:nvPr/>
              </p:nvSpPr>
              <p:spPr>
                <a:xfrm rot="12600000">
                  <a:off x="7916101" y="2777839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3" name="矩形 282"/>
                <p:cNvSpPr/>
                <p:nvPr/>
              </p:nvSpPr>
              <p:spPr>
                <a:xfrm rot="14400000">
                  <a:off x="7852559" y="27142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4" name="矩形 283"/>
                <p:cNvSpPr/>
                <p:nvPr/>
              </p:nvSpPr>
              <p:spPr>
                <a:xfrm rot="16200000">
                  <a:off x="7829302" y="26274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5" name="矩形 284"/>
                <p:cNvSpPr/>
                <p:nvPr/>
              </p:nvSpPr>
              <p:spPr>
                <a:xfrm rot="18000000">
                  <a:off x="7852559" y="25406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6" name="矩形 285"/>
                <p:cNvSpPr/>
                <p:nvPr/>
              </p:nvSpPr>
              <p:spPr>
                <a:xfrm rot="19800000">
                  <a:off x="7916101" y="247715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7" name="任意多边形 286"/>
                <p:cNvSpPr/>
                <p:nvPr/>
              </p:nvSpPr>
              <p:spPr>
                <a:xfrm>
                  <a:off x="7863488" y="2476849"/>
                  <a:ext cx="327015" cy="327016"/>
                </a:xfrm>
                <a:custGeom>
                  <a:avLst/>
                  <a:gdLst>
                    <a:gd name="connsiteX0" fmla="*/ 162142 w 327015"/>
                    <a:gd name="connsiteY0" fmla="*/ 28994 h 327016"/>
                    <a:gd name="connsiteX1" fmla="*/ 27011 w 327015"/>
                    <a:gd name="connsiteY1" fmla="*/ 164125 h 327016"/>
                    <a:gd name="connsiteX2" fmla="*/ 162142 w 327015"/>
                    <a:gd name="connsiteY2" fmla="*/ 299255 h 327016"/>
                    <a:gd name="connsiteX3" fmla="*/ 297272 w 327015"/>
                    <a:gd name="connsiteY3" fmla="*/ 164125 h 327016"/>
                    <a:gd name="connsiteX4" fmla="*/ 162142 w 327015"/>
                    <a:gd name="connsiteY4" fmla="*/ 28994 h 327016"/>
                    <a:gd name="connsiteX5" fmla="*/ 163508 w 327015"/>
                    <a:gd name="connsiteY5" fmla="*/ 0 h 327016"/>
                    <a:gd name="connsiteX6" fmla="*/ 327015 w 327015"/>
                    <a:gd name="connsiteY6" fmla="*/ 163508 h 327016"/>
                    <a:gd name="connsiteX7" fmla="*/ 163508 w 327015"/>
                    <a:gd name="connsiteY7" fmla="*/ 327016 h 327016"/>
                    <a:gd name="connsiteX8" fmla="*/ 0 w 327015"/>
                    <a:gd name="connsiteY8" fmla="*/ 163508 h 327016"/>
                    <a:gd name="connsiteX9" fmla="*/ 163508 w 327015"/>
                    <a:gd name="connsiteY9" fmla="*/ 0 h 327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7015" h="327016">
                      <a:moveTo>
                        <a:pt x="162142" y="28994"/>
                      </a:moveTo>
                      <a:cubicBezTo>
                        <a:pt x="87511" y="28994"/>
                        <a:pt x="27011" y="89494"/>
                        <a:pt x="27011" y="164125"/>
                      </a:cubicBezTo>
                      <a:cubicBezTo>
                        <a:pt x="27011" y="238755"/>
                        <a:pt x="87511" y="299255"/>
                        <a:pt x="162142" y="299255"/>
                      </a:cubicBezTo>
                      <a:cubicBezTo>
                        <a:pt x="236772" y="299255"/>
                        <a:pt x="297272" y="238755"/>
                        <a:pt x="297272" y="164125"/>
                      </a:cubicBezTo>
                      <a:cubicBezTo>
                        <a:pt x="297272" y="89494"/>
                        <a:pt x="236772" y="28994"/>
                        <a:pt x="162142" y="28994"/>
                      </a:cubicBezTo>
                      <a:close/>
                      <a:moveTo>
                        <a:pt x="163508" y="0"/>
                      </a:moveTo>
                      <a:cubicBezTo>
                        <a:pt x="253810" y="0"/>
                        <a:pt x="327015" y="73205"/>
                        <a:pt x="327015" y="163508"/>
                      </a:cubicBezTo>
                      <a:cubicBezTo>
                        <a:pt x="327015" y="253811"/>
                        <a:pt x="253810" y="327016"/>
                        <a:pt x="163508" y="327016"/>
                      </a:cubicBezTo>
                      <a:cubicBezTo>
                        <a:pt x="73205" y="327016"/>
                        <a:pt x="0" y="253811"/>
                        <a:pt x="0" y="163508"/>
                      </a:cubicBezTo>
                      <a:cubicBezTo>
                        <a:pt x="0" y="73205"/>
                        <a:pt x="73205" y="0"/>
                        <a:pt x="163508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88" name="任意多边形 287"/>
                <p:cNvSpPr/>
                <p:nvPr/>
              </p:nvSpPr>
              <p:spPr>
                <a:xfrm>
                  <a:off x="7904167" y="2518628"/>
                  <a:ext cx="244020" cy="244020"/>
                </a:xfrm>
                <a:custGeom>
                  <a:avLst/>
                  <a:gdLst>
                    <a:gd name="connsiteX0" fmla="*/ 150008 w 244020"/>
                    <a:gd name="connsiteY0" fmla="*/ 23440 h 244020"/>
                    <a:gd name="connsiteX1" fmla="*/ 138474 w 244020"/>
                    <a:gd name="connsiteY1" fmla="*/ 45133 h 244020"/>
                    <a:gd name="connsiteX2" fmla="*/ 129633 w 244020"/>
                    <a:gd name="connsiteY2" fmla="*/ 43454 h 244020"/>
                    <a:gd name="connsiteX3" fmla="*/ 114512 w 244020"/>
                    <a:gd name="connsiteY3" fmla="*/ 43585 h 244020"/>
                    <a:gd name="connsiteX4" fmla="*/ 102559 w 244020"/>
                    <a:gd name="connsiteY4" fmla="*/ 46021 h 244020"/>
                    <a:gd name="connsiteX5" fmla="*/ 89763 w 244020"/>
                    <a:gd name="connsiteY5" fmla="*/ 25544 h 244020"/>
                    <a:gd name="connsiteX6" fmla="*/ 51524 w 244020"/>
                    <a:gd name="connsiteY6" fmla="*/ 49438 h 244020"/>
                    <a:gd name="connsiteX7" fmla="*/ 64195 w 244020"/>
                    <a:gd name="connsiteY7" fmla="*/ 69717 h 244020"/>
                    <a:gd name="connsiteX8" fmla="*/ 62399 w 244020"/>
                    <a:gd name="connsiteY8" fmla="*/ 71498 h 244020"/>
                    <a:gd name="connsiteX9" fmla="*/ 53592 w 244020"/>
                    <a:gd name="connsiteY9" fmla="*/ 84675 h 244020"/>
                    <a:gd name="connsiteX10" fmla="*/ 47593 w 244020"/>
                    <a:gd name="connsiteY10" fmla="*/ 99344 h 244020"/>
                    <a:gd name="connsiteX11" fmla="*/ 47121 w 244020"/>
                    <a:gd name="connsiteY11" fmla="*/ 101828 h 244020"/>
                    <a:gd name="connsiteX12" fmla="*/ 23224 w 244020"/>
                    <a:gd name="connsiteY12" fmla="*/ 102663 h 244020"/>
                    <a:gd name="connsiteX13" fmla="*/ 24797 w 244020"/>
                    <a:gd name="connsiteY13" fmla="*/ 147727 h 244020"/>
                    <a:gd name="connsiteX14" fmla="*/ 48929 w 244020"/>
                    <a:gd name="connsiteY14" fmla="*/ 146884 h 244020"/>
                    <a:gd name="connsiteX15" fmla="*/ 53593 w 244020"/>
                    <a:gd name="connsiteY15" fmla="*/ 158156 h 244020"/>
                    <a:gd name="connsiteX16" fmla="*/ 61941 w 244020"/>
                    <a:gd name="connsiteY16" fmla="*/ 170765 h 244020"/>
                    <a:gd name="connsiteX17" fmla="*/ 68277 w 244020"/>
                    <a:gd name="connsiteY17" fmla="*/ 177155 h 244020"/>
                    <a:gd name="connsiteX18" fmla="*/ 56742 w 244020"/>
                    <a:gd name="connsiteY18" fmla="*/ 198848 h 244020"/>
                    <a:gd name="connsiteX19" fmla="*/ 96556 w 244020"/>
                    <a:gd name="connsiteY19" fmla="*/ 220017 h 244020"/>
                    <a:gd name="connsiteX20" fmla="*/ 108290 w 244020"/>
                    <a:gd name="connsiteY20" fmla="*/ 197950 h 244020"/>
                    <a:gd name="connsiteX21" fmla="*/ 115723 w 244020"/>
                    <a:gd name="connsiteY21" fmla="*/ 199362 h 244020"/>
                    <a:gd name="connsiteX22" fmla="*/ 130844 w 244020"/>
                    <a:gd name="connsiteY22" fmla="*/ 199231 h 244020"/>
                    <a:gd name="connsiteX23" fmla="*/ 143511 w 244020"/>
                    <a:gd name="connsiteY23" fmla="*/ 196649 h 244020"/>
                    <a:gd name="connsiteX24" fmla="*/ 156800 w 244020"/>
                    <a:gd name="connsiteY24" fmla="*/ 217914 h 244020"/>
                    <a:gd name="connsiteX25" fmla="*/ 195040 w 244020"/>
                    <a:gd name="connsiteY25" fmla="*/ 194019 h 244020"/>
                    <a:gd name="connsiteX26" fmla="*/ 181658 w 244020"/>
                    <a:gd name="connsiteY26" fmla="*/ 172605 h 244020"/>
                    <a:gd name="connsiteX27" fmla="*/ 182957 w 244020"/>
                    <a:gd name="connsiteY27" fmla="*/ 171317 h 244020"/>
                    <a:gd name="connsiteX28" fmla="*/ 191763 w 244020"/>
                    <a:gd name="connsiteY28" fmla="*/ 158141 h 244020"/>
                    <a:gd name="connsiteX29" fmla="*/ 197762 w 244020"/>
                    <a:gd name="connsiteY29" fmla="*/ 143472 h 244020"/>
                    <a:gd name="connsiteX30" fmla="*/ 198103 w 244020"/>
                    <a:gd name="connsiteY30" fmla="*/ 141676 h 244020"/>
                    <a:gd name="connsiteX31" fmla="*/ 223340 w 244020"/>
                    <a:gd name="connsiteY31" fmla="*/ 140794 h 244020"/>
                    <a:gd name="connsiteX32" fmla="*/ 221766 w 244020"/>
                    <a:gd name="connsiteY32" fmla="*/ 95730 h 244020"/>
                    <a:gd name="connsiteX33" fmla="*/ 196706 w 244020"/>
                    <a:gd name="connsiteY33" fmla="*/ 96606 h 244020"/>
                    <a:gd name="connsiteX34" fmla="*/ 191764 w 244020"/>
                    <a:gd name="connsiteY34" fmla="*/ 84660 h 244020"/>
                    <a:gd name="connsiteX35" fmla="*/ 183415 w 244020"/>
                    <a:gd name="connsiteY35" fmla="*/ 72051 h 244020"/>
                    <a:gd name="connsiteX36" fmla="*/ 178088 w 244020"/>
                    <a:gd name="connsiteY36" fmla="*/ 66677 h 244020"/>
                    <a:gd name="connsiteX37" fmla="*/ 189822 w 244020"/>
                    <a:gd name="connsiteY37" fmla="*/ 44610 h 244020"/>
                    <a:gd name="connsiteX38" fmla="*/ 122010 w 244020"/>
                    <a:gd name="connsiteY38" fmla="*/ 0 h 244020"/>
                    <a:gd name="connsiteX39" fmla="*/ 244020 w 244020"/>
                    <a:gd name="connsiteY39" fmla="*/ 122010 h 244020"/>
                    <a:gd name="connsiteX40" fmla="*/ 122010 w 244020"/>
                    <a:gd name="connsiteY40" fmla="*/ 244020 h 244020"/>
                    <a:gd name="connsiteX41" fmla="*/ 0 w 244020"/>
                    <a:gd name="connsiteY41" fmla="*/ 122010 h 244020"/>
                    <a:gd name="connsiteX42" fmla="*/ 122010 w 244020"/>
                    <a:gd name="connsiteY42" fmla="*/ 0 h 244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44020" h="244020">
                      <a:moveTo>
                        <a:pt x="150008" y="23440"/>
                      </a:moveTo>
                      <a:lnTo>
                        <a:pt x="138474" y="45133"/>
                      </a:lnTo>
                      <a:lnTo>
                        <a:pt x="129633" y="43454"/>
                      </a:lnTo>
                      <a:cubicBezTo>
                        <a:pt x="124571" y="43005"/>
                        <a:pt x="119507" y="43056"/>
                        <a:pt x="114512" y="43585"/>
                      </a:cubicBezTo>
                      <a:lnTo>
                        <a:pt x="102559" y="46021"/>
                      </a:lnTo>
                      <a:lnTo>
                        <a:pt x="89763" y="25544"/>
                      </a:lnTo>
                      <a:lnTo>
                        <a:pt x="51524" y="49438"/>
                      </a:lnTo>
                      <a:lnTo>
                        <a:pt x="64195" y="69717"/>
                      </a:lnTo>
                      <a:lnTo>
                        <a:pt x="62399" y="71498"/>
                      </a:lnTo>
                      <a:cubicBezTo>
                        <a:pt x="59088" y="75505"/>
                        <a:pt x="56128" y="79905"/>
                        <a:pt x="53592" y="84675"/>
                      </a:cubicBezTo>
                      <a:cubicBezTo>
                        <a:pt x="51057" y="89444"/>
                        <a:pt x="49064" y="94358"/>
                        <a:pt x="47593" y="99344"/>
                      </a:cubicBezTo>
                      <a:lnTo>
                        <a:pt x="47121" y="101828"/>
                      </a:lnTo>
                      <a:lnTo>
                        <a:pt x="23224" y="102663"/>
                      </a:lnTo>
                      <a:lnTo>
                        <a:pt x="24797" y="147727"/>
                      </a:lnTo>
                      <a:lnTo>
                        <a:pt x="48929" y="146884"/>
                      </a:lnTo>
                      <a:lnTo>
                        <a:pt x="53593" y="158156"/>
                      </a:lnTo>
                      <a:cubicBezTo>
                        <a:pt x="55948" y="162593"/>
                        <a:pt x="58738" y="166820"/>
                        <a:pt x="61941" y="170765"/>
                      </a:cubicBezTo>
                      <a:lnTo>
                        <a:pt x="68277" y="177155"/>
                      </a:lnTo>
                      <a:lnTo>
                        <a:pt x="56742" y="198848"/>
                      </a:lnTo>
                      <a:lnTo>
                        <a:pt x="96556" y="220017"/>
                      </a:lnTo>
                      <a:lnTo>
                        <a:pt x="108290" y="197950"/>
                      </a:lnTo>
                      <a:lnTo>
                        <a:pt x="115723" y="199362"/>
                      </a:lnTo>
                      <a:cubicBezTo>
                        <a:pt x="120785" y="199811"/>
                        <a:pt x="125849" y="199760"/>
                        <a:pt x="130844" y="199231"/>
                      </a:cubicBezTo>
                      <a:lnTo>
                        <a:pt x="143511" y="196649"/>
                      </a:lnTo>
                      <a:lnTo>
                        <a:pt x="156800" y="217914"/>
                      </a:lnTo>
                      <a:lnTo>
                        <a:pt x="195040" y="194019"/>
                      </a:lnTo>
                      <a:lnTo>
                        <a:pt x="181658" y="172605"/>
                      </a:lnTo>
                      <a:lnTo>
                        <a:pt x="182957" y="171317"/>
                      </a:lnTo>
                      <a:cubicBezTo>
                        <a:pt x="186268" y="167309"/>
                        <a:pt x="189227" y="162910"/>
                        <a:pt x="191763" y="158141"/>
                      </a:cubicBezTo>
                      <a:cubicBezTo>
                        <a:pt x="194298" y="153371"/>
                        <a:pt x="196292" y="148459"/>
                        <a:pt x="197762" y="143472"/>
                      </a:cubicBezTo>
                      <a:lnTo>
                        <a:pt x="198103" y="141676"/>
                      </a:lnTo>
                      <a:lnTo>
                        <a:pt x="223340" y="140794"/>
                      </a:lnTo>
                      <a:lnTo>
                        <a:pt x="221766" y="95730"/>
                      </a:lnTo>
                      <a:lnTo>
                        <a:pt x="196706" y="96606"/>
                      </a:lnTo>
                      <a:lnTo>
                        <a:pt x="191764" y="84660"/>
                      </a:lnTo>
                      <a:cubicBezTo>
                        <a:pt x="189409" y="80222"/>
                        <a:pt x="186618" y="75996"/>
                        <a:pt x="183415" y="72051"/>
                      </a:cubicBezTo>
                      <a:lnTo>
                        <a:pt x="178088" y="66677"/>
                      </a:lnTo>
                      <a:lnTo>
                        <a:pt x="189822" y="44610"/>
                      </a:lnTo>
                      <a:close/>
                      <a:moveTo>
                        <a:pt x="122010" y="0"/>
                      </a:moveTo>
                      <a:cubicBezTo>
                        <a:pt x="189394" y="0"/>
                        <a:pt x="244020" y="54626"/>
                        <a:pt x="244020" y="122010"/>
                      </a:cubicBezTo>
                      <a:cubicBezTo>
                        <a:pt x="244020" y="189394"/>
                        <a:pt x="189394" y="244020"/>
                        <a:pt x="122010" y="244020"/>
                      </a:cubicBezTo>
                      <a:cubicBezTo>
                        <a:pt x="54626" y="244020"/>
                        <a:pt x="0" y="189394"/>
                        <a:pt x="0" y="122010"/>
                      </a:cubicBezTo>
                      <a:cubicBezTo>
                        <a:pt x="0" y="54626"/>
                        <a:pt x="54626" y="0"/>
                        <a:pt x="122010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>
                <a:off x="3850317" y="4134904"/>
                <a:ext cx="308809" cy="308809"/>
                <a:chOff x="3404393" y="1190304"/>
                <a:chExt cx="1066092" cy="1066091"/>
              </a:xfrm>
            </p:grpSpPr>
            <p:sp>
              <p:nvSpPr>
                <p:cNvPr id="260" name="矩形 259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1" name="矩形 260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2" name="矩形 261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3" name="矩形 262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4" name="矩形 263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5" name="矩形 264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6" name="矩形 265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7" name="矩形 266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8" name="矩形 267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9" name="矩形 268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0" name="矩形 269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1" name="矩形 270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2" name="任意多边形 271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73" name="任意多边形 272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74" name="任意多边形 273"/>
                <p:cNvSpPr/>
                <p:nvPr/>
              </p:nvSpPr>
              <p:spPr>
                <a:xfrm>
                  <a:off x="3601763" y="1388814"/>
                  <a:ext cx="666964" cy="666964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5" name="组合 114"/>
              <p:cNvGrpSpPr/>
              <p:nvPr/>
            </p:nvGrpSpPr>
            <p:grpSpPr>
              <a:xfrm>
                <a:off x="3428186" y="3675286"/>
                <a:ext cx="544785" cy="550235"/>
                <a:chOff x="3404393" y="1190304"/>
                <a:chExt cx="1066088" cy="1066091"/>
              </a:xfrm>
              <a:solidFill>
                <a:srgbClr val="E87071"/>
              </a:solidFill>
            </p:grpSpPr>
            <p:sp>
              <p:nvSpPr>
                <p:cNvPr id="247" name="矩形 246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8" name="矩形 247"/>
                <p:cNvSpPr/>
                <p:nvPr/>
              </p:nvSpPr>
              <p:spPr>
                <a:xfrm rot="1800000">
                  <a:off x="4118044" y="1256662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9" name="矩形 248"/>
                <p:cNvSpPr/>
                <p:nvPr/>
              </p:nvSpPr>
              <p:spPr>
                <a:xfrm rot="3600000">
                  <a:off x="4299336" y="1437953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0" name="矩形 249"/>
                <p:cNvSpPr/>
                <p:nvPr/>
              </p:nvSpPr>
              <p:spPr>
                <a:xfrm rot="5400000">
                  <a:off x="4365692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1" name="矩形 250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2" name="矩形 251"/>
                <p:cNvSpPr/>
                <p:nvPr/>
              </p:nvSpPr>
              <p:spPr>
                <a:xfrm rot="9000000">
                  <a:off x="4118046" y="2114545"/>
                  <a:ext cx="134086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3" name="矩形 252"/>
                <p:cNvSpPr/>
                <p:nvPr/>
              </p:nvSpPr>
              <p:spPr>
                <a:xfrm rot="10800000">
                  <a:off x="3870396" y="2180903"/>
                  <a:ext cx="134086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4" name="矩形 253"/>
                <p:cNvSpPr/>
                <p:nvPr/>
              </p:nvSpPr>
              <p:spPr>
                <a:xfrm rot="12600000">
                  <a:off x="3622746" y="2114545"/>
                  <a:ext cx="134086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5" name="矩形 254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6" name="矩形 255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7" name="矩形 256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8" name="矩形 257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9" name="任意多边形 258"/>
                <p:cNvSpPr/>
                <p:nvPr/>
              </p:nvSpPr>
              <p:spPr>
                <a:xfrm>
                  <a:off x="3472632" y="1255790"/>
                  <a:ext cx="933013" cy="933011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6" name="组合 115"/>
              <p:cNvGrpSpPr/>
              <p:nvPr/>
            </p:nvGrpSpPr>
            <p:grpSpPr>
              <a:xfrm>
                <a:off x="5031823" y="3746179"/>
                <a:ext cx="338269" cy="333771"/>
                <a:chOff x="3404393" y="1190304"/>
                <a:chExt cx="1066092" cy="1041497"/>
              </a:xfrm>
              <a:solidFill>
                <a:srgbClr val="FFB850"/>
              </a:solidFill>
            </p:grpSpPr>
            <p:sp>
              <p:nvSpPr>
                <p:cNvPr id="234" name="矩形 233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5" name="矩形 234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6" name="矩形 235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7" name="矩形 236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8" name="矩形 237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9" name="矩形 238"/>
                <p:cNvSpPr/>
                <p:nvPr/>
              </p:nvSpPr>
              <p:spPr>
                <a:xfrm rot="9000000">
                  <a:off x="4118046" y="2089953"/>
                  <a:ext cx="134085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0" name="矩形 239"/>
                <p:cNvSpPr/>
                <p:nvPr/>
              </p:nvSpPr>
              <p:spPr>
                <a:xfrm rot="10800000">
                  <a:off x="3870397" y="2156310"/>
                  <a:ext cx="134085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1" name="矩形 240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2" name="矩形 241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3" name="矩形 242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4" name="矩形 243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5" name="矩形 244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6" name="任意多边形 245"/>
                <p:cNvSpPr/>
                <p:nvPr/>
              </p:nvSpPr>
              <p:spPr>
                <a:xfrm>
                  <a:off x="3472632" y="1255789"/>
                  <a:ext cx="933012" cy="933013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7" name="组合 116"/>
              <p:cNvGrpSpPr/>
              <p:nvPr/>
            </p:nvGrpSpPr>
            <p:grpSpPr>
              <a:xfrm>
                <a:off x="4490499" y="3137957"/>
                <a:ext cx="373657" cy="373659"/>
                <a:chOff x="3404392" y="1190304"/>
                <a:chExt cx="1066086" cy="1066091"/>
              </a:xfrm>
            </p:grpSpPr>
            <p:sp>
              <p:nvSpPr>
                <p:cNvPr id="219" name="矩形 218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>
                <a:xfrm rot="1800000">
                  <a:off x="4118046" y="1256660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>
                <a:xfrm rot="3600000">
                  <a:off x="4299339" y="14379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2" name="矩形 221"/>
                <p:cNvSpPr/>
                <p:nvPr/>
              </p:nvSpPr>
              <p:spPr>
                <a:xfrm rot="5400000">
                  <a:off x="4365690" y="1685604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3" name="矩形 222"/>
                <p:cNvSpPr/>
                <p:nvPr/>
              </p:nvSpPr>
              <p:spPr>
                <a:xfrm rot="7200000">
                  <a:off x="4299330" y="19332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4" name="矩形 223"/>
                <p:cNvSpPr/>
                <p:nvPr/>
              </p:nvSpPr>
              <p:spPr>
                <a:xfrm rot="9000000">
                  <a:off x="4118041" y="2114545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5" name="矩形 224"/>
                <p:cNvSpPr/>
                <p:nvPr/>
              </p:nvSpPr>
              <p:spPr>
                <a:xfrm rot="10800000">
                  <a:off x="3870389" y="2180904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6" name="矩形 225"/>
                <p:cNvSpPr/>
                <p:nvPr/>
              </p:nvSpPr>
              <p:spPr>
                <a:xfrm rot="12600000">
                  <a:off x="3622741" y="2114545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7" name="矩形 226"/>
                <p:cNvSpPr/>
                <p:nvPr/>
              </p:nvSpPr>
              <p:spPr>
                <a:xfrm rot="14400000">
                  <a:off x="3441449" y="19332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8" name="矩形 227"/>
                <p:cNvSpPr/>
                <p:nvPr/>
              </p:nvSpPr>
              <p:spPr>
                <a:xfrm rot="16200000">
                  <a:off x="3375095" y="1685604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9" name="矩形 228"/>
                <p:cNvSpPr/>
                <p:nvPr/>
              </p:nvSpPr>
              <p:spPr>
                <a:xfrm rot="18000000">
                  <a:off x="3441454" y="14379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0" name="矩形 229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1" name="任意多边形 230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32" name="任意多边形 231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33" name="任意多边形 232"/>
                <p:cNvSpPr/>
                <p:nvPr/>
              </p:nvSpPr>
              <p:spPr>
                <a:xfrm>
                  <a:off x="3601763" y="1388814"/>
                  <a:ext cx="666964" cy="666964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8" name="组合 117"/>
              <p:cNvGrpSpPr/>
              <p:nvPr/>
            </p:nvGrpSpPr>
            <p:grpSpPr>
              <a:xfrm>
                <a:off x="4338942" y="1697927"/>
                <a:ext cx="428383" cy="424144"/>
                <a:chOff x="3404394" y="1190304"/>
                <a:chExt cx="1066091" cy="1066090"/>
              </a:xfrm>
              <a:solidFill>
                <a:srgbClr val="FFB850"/>
              </a:solidFill>
            </p:grpSpPr>
            <p:sp>
              <p:nvSpPr>
                <p:cNvPr id="206" name="矩形 205"/>
                <p:cNvSpPr/>
                <p:nvPr/>
              </p:nvSpPr>
              <p:spPr>
                <a:xfrm>
                  <a:off x="3870400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>
                <a:xfrm rot="1800000">
                  <a:off x="4118048" y="1256660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8" name="矩形 207"/>
                <p:cNvSpPr/>
                <p:nvPr/>
              </p:nvSpPr>
              <p:spPr>
                <a:xfrm rot="3600000">
                  <a:off x="4299343" y="1437955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9" name="矩形 208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>
                <a:xfrm rot="7200000">
                  <a:off x="4299339" y="1933254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>
                <a:xfrm rot="9000000">
                  <a:off x="4118045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>
                <a:xfrm rot="10800000">
                  <a:off x="3870396" y="2180902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>
                <a:xfrm rot="12600000">
                  <a:off x="3622747" y="2114545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>
                <a:xfrm rot="14400000">
                  <a:off x="3441454" y="1933254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>
                <a:xfrm rot="16200000">
                  <a:off x="3375098" y="1685603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6" name="矩形 215"/>
                <p:cNvSpPr/>
                <p:nvPr/>
              </p:nvSpPr>
              <p:spPr>
                <a:xfrm rot="18000000">
                  <a:off x="3441458" y="1437955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>
                <a:xfrm rot="19800000">
                  <a:off x="3622749" y="1256660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8" name="任意多边形 217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9" name="组合 118"/>
              <p:cNvGrpSpPr/>
              <p:nvPr/>
            </p:nvGrpSpPr>
            <p:grpSpPr>
              <a:xfrm>
                <a:off x="4632890" y="2300411"/>
                <a:ext cx="251630" cy="249138"/>
                <a:chOff x="3404393" y="1190304"/>
                <a:chExt cx="1066092" cy="1066091"/>
              </a:xfrm>
              <a:solidFill>
                <a:srgbClr val="9055A8"/>
              </a:solidFill>
            </p:grpSpPr>
            <p:sp>
              <p:nvSpPr>
                <p:cNvPr id="193" name="矩形 192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0" name="矩形 199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5" name="任意多边形 204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0" name="组合 119"/>
              <p:cNvGrpSpPr/>
              <p:nvPr/>
            </p:nvGrpSpPr>
            <p:grpSpPr>
              <a:xfrm>
                <a:off x="5322821" y="1734754"/>
                <a:ext cx="334919" cy="331603"/>
                <a:chOff x="3404393" y="1190304"/>
                <a:chExt cx="1066092" cy="1066091"/>
              </a:xfrm>
              <a:solidFill>
                <a:srgbClr val="FFB850"/>
              </a:solidFill>
            </p:grpSpPr>
            <p:sp>
              <p:nvSpPr>
                <p:cNvPr id="180" name="矩形 179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4" name="矩形 183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2" name="任意多边形 191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3085736" y="3555704"/>
                <a:ext cx="304472" cy="301457"/>
                <a:chOff x="3404393" y="1190304"/>
                <a:chExt cx="1066092" cy="1066091"/>
              </a:xfrm>
              <a:solidFill>
                <a:srgbClr val="9055A8"/>
              </a:solidFill>
            </p:grpSpPr>
            <p:sp>
              <p:nvSpPr>
                <p:cNvPr id="167" name="矩形 166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8" name="矩形 167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9" name="任意多边形 178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2" name="组合 121"/>
              <p:cNvGrpSpPr/>
              <p:nvPr/>
            </p:nvGrpSpPr>
            <p:grpSpPr>
              <a:xfrm>
                <a:off x="4574895" y="1245098"/>
                <a:ext cx="536295" cy="520525"/>
                <a:chOff x="3404393" y="1190304"/>
                <a:chExt cx="1066092" cy="1066091"/>
              </a:xfrm>
              <a:solidFill>
                <a:srgbClr val="9055A8"/>
              </a:solidFill>
            </p:grpSpPr>
            <p:sp>
              <p:nvSpPr>
                <p:cNvPr id="154" name="矩形 153"/>
                <p:cNvSpPr/>
                <p:nvPr/>
              </p:nvSpPr>
              <p:spPr>
                <a:xfrm>
                  <a:off x="3870396" y="1190304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>
                <a:xfrm rot="1800000">
                  <a:off x="4118045" y="1256661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>
                <a:xfrm rot="12600000">
                  <a:off x="3622746" y="2114547"/>
                  <a:ext cx="134085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>
                <a:xfrm rot="14400000">
                  <a:off x="3441454" y="1933255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>
                <a:xfrm rot="16200000">
                  <a:off x="3375096" y="1685605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>
                <a:xfrm rot="18000000">
                  <a:off x="3441453" y="1437955"/>
                  <a:ext cx="134086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>
                <a:xfrm rot="19800000">
                  <a:off x="3622745" y="1256660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6" name="任意多边形 165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3" name="组合 122"/>
              <p:cNvGrpSpPr/>
              <p:nvPr/>
            </p:nvGrpSpPr>
            <p:grpSpPr>
              <a:xfrm>
                <a:off x="5294039" y="2050606"/>
                <a:ext cx="661961" cy="661961"/>
                <a:chOff x="3404393" y="1190304"/>
                <a:chExt cx="1066092" cy="1066091"/>
              </a:xfrm>
            </p:grpSpPr>
            <p:sp>
              <p:nvSpPr>
                <p:cNvPr id="139" name="矩形 138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1" name="矩形 140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3" name="矩形 142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4" name="矩形 143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5" name="矩形 144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6" name="矩形 145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7" name="矩形 146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8" name="矩形 147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9" name="矩形 148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0" name="矩形 149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1" name="任意多边形 150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152" name="任意多边形 151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153" name="任意多边形 152"/>
                <p:cNvSpPr/>
                <p:nvPr/>
              </p:nvSpPr>
              <p:spPr>
                <a:xfrm>
                  <a:off x="3601763" y="1388815"/>
                  <a:ext cx="666964" cy="666963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sp>
            <p:nvSpPr>
              <p:cNvPr id="124" name="任意多边形 123"/>
              <p:cNvSpPr/>
              <p:nvPr/>
            </p:nvSpPr>
            <p:spPr>
              <a:xfrm>
                <a:off x="3678652" y="2562301"/>
                <a:ext cx="1537436" cy="320085"/>
              </a:xfrm>
              <a:custGeom>
                <a:avLst/>
                <a:gdLst>
                  <a:gd name="connsiteX0" fmla="*/ 1184472 w 1537436"/>
                  <a:gd name="connsiteY0" fmla="*/ 0 h 320085"/>
                  <a:gd name="connsiteX1" fmla="*/ 1537436 w 1537436"/>
                  <a:gd name="connsiteY1" fmla="*/ 0 h 320085"/>
                  <a:gd name="connsiteX2" fmla="*/ 1537436 w 1537436"/>
                  <a:gd name="connsiteY2" fmla="*/ 9999 h 320085"/>
                  <a:gd name="connsiteX3" fmla="*/ 1360678 w 1537436"/>
                  <a:gd name="connsiteY3" fmla="*/ 161713 h 320085"/>
                  <a:gd name="connsiteX4" fmla="*/ 1537436 w 1537436"/>
                  <a:gd name="connsiteY4" fmla="*/ 313427 h 320085"/>
                  <a:gd name="connsiteX5" fmla="*/ 1537436 w 1537436"/>
                  <a:gd name="connsiteY5" fmla="*/ 320085 h 320085"/>
                  <a:gd name="connsiteX6" fmla="*/ 1184472 w 1537436"/>
                  <a:gd name="connsiteY6" fmla="*/ 320085 h 320085"/>
                  <a:gd name="connsiteX7" fmla="*/ 982517 w 1537436"/>
                  <a:gd name="connsiteY7" fmla="*/ 186471 h 320085"/>
                  <a:gd name="connsiteX8" fmla="*/ 310500 w 1537436"/>
                  <a:gd name="connsiteY8" fmla="*/ 186471 h 320085"/>
                  <a:gd name="connsiteX9" fmla="*/ 363008 w 1537436"/>
                  <a:gd name="connsiteY9" fmla="*/ 258248 h 320085"/>
                  <a:gd name="connsiteX10" fmla="*/ 363008 w 1537436"/>
                  <a:gd name="connsiteY10" fmla="*/ 267292 h 320085"/>
                  <a:gd name="connsiteX11" fmla="*/ 0 w 1537436"/>
                  <a:gd name="connsiteY11" fmla="*/ 161199 h 320085"/>
                  <a:gd name="connsiteX12" fmla="*/ 363008 w 1537436"/>
                  <a:gd name="connsiteY12" fmla="*/ 55106 h 320085"/>
                  <a:gd name="connsiteX13" fmla="*/ 363008 w 1537436"/>
                  <a:gd name="connsiteY13" fmla="*/ 64150 h 320085"/>
                  <a:gd name="connsiteX14" fmla="*/ 312191 w 1537436"/>
                  <a:gd name="connsiteY14" fmla="*/ 133615 h 320085"/>
                  <a:gd name="connsiteX15" fmla="*/ 982517 w 1537436"/>
                  <a:gd name="connsiteY15" fmla="*/ 133615 h 320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37436" h="320085">
                    <a:moveTo>
                      <a:pt x="1184472" y="0"/>
                    </a:moveTo>
                    <a:lnTo>
                      <a:pt x="1537436" y="0"/>
                    </a:lnTo>
                    <a:lnTo>
                      <a:pt x="1537436" y="9999"/>
                    </a:lnTo>
                    <a:lnTo>
                      <a:pt x="1360678" y="161713"/>
                    </a:lnTo>
                    <a:lnTo>
                      <a:pt x="1537436" y="313427"/>
                    </a:lnTo>
                    <a:lnTo>
                      <a:pt x="1537436" y="320085"/>
                    </a:lnTo>
                    <a:lnTo>
                      <a:pt x="1184472" y="320085"/>
                    </a:lnTo>
                    <a:lnTo>
                      <a:pt x="982517" y="186471"/>
                    </a:lnTo>
                    <a:lnTo>
                      <a:pt x="310500" y="186471"/>
                    </a:lnTo>
                    <a:lnTo>
                      <a:pt x="363008" y="258248"/>
                    </a:lnTo>
                    <a:lnTo>
                      <a:pt x="363008" y="267292"/>
                    </a:lnTo>
                    <a:lnTo>
                      <a:pt x="0" y="161199"/>
                    </a:lnTo>
                    <a:lnTo>
                      <a:pt x="363008" y="55106"/>
                    </a:lnTo>
                    <a:lnTo>
                      <a:pt x="363008" y="64150"/>
                    </a:lnTo>
                    <a:lnTo>
                      <a:pt x="312191" y="133615"/>
                    </a:lnTo>
                    <a:lnTo>
                      <a:pt x="982517" y="133615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25" name="组合 124"/>
              <p:cNvGrpSpPr/>
              <p:nvPr/>
            </p:nvGrpSpPr>
            <p:grpSpPr>
              <a:xfrm>
                <a:off x="3866817" y="1164662"/>
                <a:ext cx="627196" cy="620989"/>
                <a:chOff x="3404391" y="1190304"/>
                <a:chExt cx="1066092" cy="1066091"/>
              </a:xfrm>
              <a:solidFill>
                <a:srgbClr val="01ACBE"/>
              </a:solidFill>
            </p:grpSpPr>
            <p:sp>
              <p:nvSpPr>
                <p:cNvPr id="126" name="矩形 125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7" name="矩形 126"/>
                <p:cNvSpPr/>
                <p:nvPr/>
              </p:nvSpPr>
              <p:spPr>
                <a:xfrm rot="1800000">
                  <a:off x="4118046" y="1256661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 rot="3600000">
                  <a:off x="4299337" y="1437955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9" name="矩形 128"/>
                <p:cNvSpPr/>
                <p:nvPr/>
              </p:nvSpPr>
              <p:spPr>
                <a:xfrm rot="5400000">
                  <a:off x="4365695" y="1685604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 rot="7200000">
                  <a:off x="4299338" y="1933254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1" name="矩形 130"/>
                <p:cNvSpPr/>
                <p:nvPr/>
              </p:nvSpPr>
              <p:spPr>
                <a:xfrm rot="9000000">
                  <a:off x="4118045" y="2114546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 rot="10800000">
                  <a:off x="3870394" y="2180902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3" name="矩形 132"/>
                <p:cNvSpPr/>
                <p:nvPr/>
              </p:nvSpPr>
              <p:spPr>
                <a:xfrm rot="12600000">
                  <a:off x="3622744" y="2114546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 rot="14400000">
                  <a:off x="3441452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5" name="矩形 134"/>
                <p:cNvSpPr/>
                <p:nvPr/>
              </p:nvSpPr>
              <p:spPr>
                <a:xfrm rot="16200000">
                  <a:off x="3375094" y="1685605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7" name="矩形 136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8" name="任意多边形 137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96" name="椭圆 95"/>
            <p:cNvSpPr/>
            <p:nvPr/>
          </p:nvSpPr>
          <p:spPr>
            <a:xfrm>
              <a:off x="2790790" y="5408047"/>
              <a:ext cx="3166662" cy="486717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30000"/>
                  </a:schemeClr>
                </a:gs>
                <a:gs pos="100000">
                  <a:srgbClr val="F3F3F3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1178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77368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javaScript文件引入方式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8981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06170" y="1407795"/>
            <a:ext cx="7169150" cy="2953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javaScript文件引入方式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   &lt;script type="text/javascript" src="demo.js" &gt;&lt;/script&gt;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accent1"/>
                </a:solidFill>
              </a:rPr>
              <a:t>注意：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1、 </a:t>
            </a:r>
            <a:r>
              <a:rPr lang="zh-CN" altLang="en-US">
                <a:sym typeface="+mn-ea"/>
              </a:rPr>
              <a:t>src 表示要引入的外部文件， type 表示脚本语言的类型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2、不可以在引入了外部文件的标签中写代码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     &lt;script src="demo1.js"&gt;alert('xxxx')&lt;/script&gt;;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accent1"/>
              </a:solidFill>
            </a:endParaRPr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不可以使用单标，&lt;script type="text/javascript" src="demo.js“/ &gt;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1178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77368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8981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06170" y="1407795"/>
            <a:ext cx="716915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变量定义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使用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var)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age;       //var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是关键字，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是变量名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赋值：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 = 20;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定义的同时赋值：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var age=20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；</a:t>
            </a:r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可以一次定义多个变量：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name=“zhangsan", age=18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weight=108;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7215582" y="257461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JS的标识符及命名规范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756920"/>
            <a:ext cx="62833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JS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的标识符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n"/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标识符是指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JS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中定义的符号，例如：变量名、函数名等。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n"/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标识符可以由任意的大小写字母、数字、下划线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(_)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和美元符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($)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组成，但是不能以数字开头，不能是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js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中的保留、关键字。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n"/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标识符区分大小写，如：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是不同的变量。但强烈不建议，用同一个单词的大小写区分两个变量。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变量的命名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见名知意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4403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2694940"/>
            <a:ext cx="4385945" cy="2201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关键字和保留字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076" name="文本框 1"/>
          <p:cNvSpPr txBox="1"/>
          <p:nvPr/>
        </p:nvSpPr>
        <p:spPr>
          <a:xfrm>
            <a:off x="640080" y="1242695"/>
            <a:ext cx="1892935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Arial" panose="020B0604020202020204" pitchFamily="34" charset="0"/>
                <a:ea typeface="宋体" panose="02010600030101010101" pitchFamily="2" charset="-122"/>
              </a:rPr>
              <a:t>关键字</a:t>
            </a: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Arial" panose="020B0604020202020204" pitchFamily="34" charset="0"/>
                <a:ea typeface="宋体" panose="02010600030101010101" pitchFamily="2" charset="-122"/>
              </a:rPr>
              <a:t>保留字</a:t>
            </a: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13610" y="895668"/>
          <a:ext cx="5637530" cy="1662430"/>
        </p:xfrm>
        <a:graphic>
          <a:graphicData uri="http://schemas.openxmlformats.org/drawingml/2006/table">
            <a:tbl>
              <a:tblPr/>
              <a:tblGrid>
                <a:gridCol w="1356905"/>
                <a:gridCol w="1444578"/>
                <a:gridCol w="1421290"/>
                <a:gridCol w="1414440"/>
              </a:tblGrid>
              <a:tr h="23495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Break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Else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New</a:t>
                      </a:r>
                      <a:endParaRPr lang="en-US" sz="1100" b="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var</a:t>
                      </a:r>
                      <a:endParaRPr lang="en-US" sz="1100" b="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Case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Finally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Return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void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Catch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For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Switch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while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Continue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Function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This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with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Default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If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Throw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53726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Delete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Try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Do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Instanceof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Typeof</a:t>
                      </a:r>
                      <a:endParaRPr lang="en-US" sz="1100" b="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13610" y="2799715"/>
          <a:ext cx="5638165" cy="1585595"/>
        </p:xfrm>
        <a:graphic>
          <a:graphicData uri="http://schemas.openxmlformats.org/drawingml/2006/table">
            <a:tbl>
              <a:tblPr/>
              <a:tblGrid>
                <a:gridCol w="1339215"/>
                <a:gridCol w="1434465"/>
                <a:gridCol w="1417955"/>
                <a:gridCol w="1446530"/>
              </a:tblGrid>
              <a:tr h="216535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Abstract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Enum</a:t>
                      </a:r>
                      <a:endParaRPr lang="en-US" sz="110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short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Boolean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Export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Interface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static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Byte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Extends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Long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super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Char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Final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Native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synchronized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Class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Float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Package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throws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Const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Goto</a:t>
                      </a:r>
                      <a:endParaRPr lang="en-US" sz="110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Private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transient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Debugger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Implements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Protected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volatile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Double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Import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Public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</a:tbl>
          </a:graphicData>
        </a:graphic>
      </p:graphicFrame>
      <p:sp>
        <p:nvSpPr>
          <p:cNvPr id="15" name="圆角矩形 14"/>
          <p:cNvSpPr/>
          <p:nvPr/>
        </p:nvSpPr>
        <p:spPr>
          <a:xfrm>
            <a:off x="4562475" y="4447540"/>
            <a:ext cx="4117975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1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zh-CN" altLang="en-US" sz="14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尽管保留字在这门语言中还没有任何特定的用途。但它们有可能在将来被用作关键字。</a:t>
            </a:r>
            <a:endParaRPr kumimoji="0" lang="zh-CN" altLang="en-US" sz="14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5" grpId="0" animBg="1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30655" y="1101725"/>
            <a:ext cx="628332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布尔类型：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Boolean  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Number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：数字（整数，浮点数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float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）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String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：字符串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Array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：数组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Object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：对象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特殊类型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Null</a:t>
            </a: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Undefined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424873" y="2947670"/>
            <a:ext cx="5400675" cy="742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1" indent="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zh-CN" altLang="zh-CN" sz="24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变量类型在赋值时才能确定</a:t>
            </a:r>
            <a:endParaRPr kumimoji="0" lang="zh-CN" altLang="zh-CN" sz="24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2" grpId="0" animBg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typeof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20165" y="1082040"/>
            <a:ext cx="647128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typeof 操作符是用来检测变量的数据类型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 对于值或变量使用 typeof 操作符会返回如下字符串: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undefined  未定义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boolean     布尔值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string   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字符串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number 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数值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object    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对象或者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null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function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函数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"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张三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";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alert(typeof box);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alert(typeof "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张三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");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Undefined类型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30020" y="1289050"/>
            <a:ext cx="62833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Undefined 类型只有一个值，即特殊的 undefined。在使用 var 声明变量，但没有对其初始化时，这个变量的值就是 undefined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box;</a:t>
            </a:r>
            <a:endParaRPr lang="en-US" altLang="zh-CN" sz="20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alert(box);  //undefined</a:t>
            </a:r>
            <a:endParaRPr lang="en-US" altLang="zh-CN" sz="20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20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我们在定义变量的时候， 尽可能的不要只声明，不赋值,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而是声明的同时初始化一个值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30020" y="1017270"/>
            <a:ext cx="628332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Null 类型是一个只有一个值的数据类型，即特殊的值 null。它表示一个空对象引用(指针)，而 typeof 操作符检测 null 会返回 object。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null;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alert(typeof box);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undefined 是派生自 null 的，因此 ECMA-262 规定对它们的相等性测试返回 true,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表示值相等。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alert(undefined == null);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但是两者的数据类型是不一样的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var box;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var car = null;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alert(typeof box == typeof car)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Boolean类型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215390"/>
            <a:ext cx="62833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Boolean 类型有两个值(字面量)：true和false。而true一般等于1，false一般等于 0。 JavaScript 是区分大小写的，True 和 False 或者其他都不是 Boolean 类型的值。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var box = true;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alert(typeof box);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142365"/>
            <a:ext cx="6283325" cy="3507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Number 类型包含两种数值：整型和浮点型.</a:t>
            </a:r>
            <a:endParaRPr lang="en-US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整型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:</a:t>
            </a:r>
            <a:endParaRPr lang="en-US" altLang="zh-CN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100; //十进制整数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alert(box);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浮点类型: </a:t>
            </a:r>
            <a:endParaRPr lang="en-US" altLang="zh-CN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就是该数值中必须包含一个小数点，并且小数点后面必须至少有一位数字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3.8;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0.8;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.8;	//有效，但不推荐此写法</a:t>
            </a:r>
            <a:r>
              <a:rPr lang="zh-CN" altLang="en-US" sz="2400">
                <a:solidFill>
                  <a:schemeClr val="accent1"/>
                </a:solidFill>
              </a:rPr>
              <a:t>	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75715" y="1278890"/>
            <a:ext cx="62833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由于保存浮点数值需要的内存空间比整型数值大两倍，因此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ECMAScript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会自动将可以 转换为整型的浮点数值转成为整型。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8.;	//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小数点后面没有值，转换为 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12.0;	//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小数点后面是 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，转成为 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12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对于那些过大或过小的数值，可以用科学技术法来表示(e 表示法)。用 e 表示该数值的前面 10 的指数次幂。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4.12e9;	//即 4120000000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0.0000412;	//即 4.12e-5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225550"/>
            <a:ext cx="628332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NaN,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即非数值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(Not a Number)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是一个特殊的值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这个数值用于表示一个本来要返回数值的操作数未返回数值的情况(这样就不会抛出错误了)。比如，在其他语言中, 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任何数值除 以 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都会导致错误而终止程序执行。但在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ECMAScript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中，会返回出特殊的值，因此不会影响程序执行。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0/0;    //NaN</a:t>
            </a:r>
            <a:endParaRPr lang="en-US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12/0;  //Infinity</a:t>
            </a:r>
            <a:endParaRPr lang="en-US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12/0 * 0  //NaN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chemeClr val="accent1"/>
                </a:solidFill>
              </a:rPr>
              <a:t>	</a:t>
            </a:r>
            <a:endParaRPr lang="zh-CN" altLang="en-US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443990"/>
            <a:ext cx="628332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ECMAScript 提供了 isNaN()函数，用来判断这个值到底是不是 NaN。isNaN()函数在接收到一个值之后，会尝试将这个值转换为数值。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alert(isNaN(NaN));	//true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alert(isNaN(25));	//false，25 是一个数值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alert(isNaN('25'));	//false，'25'是一个字符串数值，可以转成数值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alert(isNaN('Lee'));	//true，'Lee'不能转换为数值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alert(isNaN(true));	//false	true 可以转成成 1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chemeClr val="accent1"/>
                </a:solidFill>
              </a:rPr>
              <a:t>	</a:t>
            </a:r>
            <a:endParaRPr lang="zh-CN" altLang="en-US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664970"/>
            <a:ext cx="62833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字符串转换数字类型：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parseInt()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parseFloat()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parseInt()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是把其它类型转换为整型；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parseFloat()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是把其它类型转换为浮点型（小数）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四舍五入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Math.round(78.566)---&gt;79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484314" y="1525740"/>
            <a:ext cx="1046460" cy="1046460"/>
            <a:chOff x="1677608" y="2996952"/>
            <a:chExt cx="1395643" cy="1395643"/>
          </a:xfrm>
        </p:grpSpPr>
        <p:sp>
          <p:nvSpPr>
            <p:cNvPr id="13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84766" y="1525740"/>
            <a:ext cx="1046460" cy="1046460"/>
            <a:chOff x="1677608" y="2996952"/>
            <a:chExt cx="1395643" cy="1395643"/>
          </a:xfrm>
        </p:grpSpPr>
        <p:sp>
          <p:nvSpPr>
            <p:cNvPr id="16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5217" y="1525740"/>
            <a:ext cx="1046460" cy="1046460"/>
            <a:chOff x="1677608" y="2996952"/>
            <a:chExt cx="1395643" cy="1395643"/>
          </a:xfrm>
        </p:grpSpPr>
        <p:sp>
          <p:nvSpPr>
            <p:cNvPr id="19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414485" y="1517738"/>
            <a:ext cx="1046460" cy="1046460"/>
            <a:chOff x="1677608" y="2996952"/>
            <a:chExt cx="1395643" cy="1395643"/>
          </a:xfrm>
        </p:grpSpPr>
        <p:sp>
          <p:nvSpPr>
            <p:cNvPr id="22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 flipH="1">
            <a:off x="2802397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 flipH="1">
            <a:off x="3872902" y="1741073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 flipH="1">
            <a:off x="4972825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6073028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id-ID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束</a:t>
            </a:r>
            <a:endParaRPr lang="zh-CN" alt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9"/>
          <p:cNvSpPr>
            <a:spLocks noEditPoints="1"/>
          </p:cNvSpPr>
          <p:nvPr/>
        </p:nvSpPr>
        <p:spPr bwMode="auto">
          <a:xfrm rot="19469485">
            <a:off x="330912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3" name="Freeform 9"/>
          <p:cNvSpPr>
            <a:spLocks noEditPoints="1"/>
          </p:cNvSpPr>
          <p:nvPr/>
        </p:nvSpPr>
        <p:spPr bwMode="auto">
          <a:xfrm rot="19469485">
            <a:off x="2980767" y="353536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8" name="Freeform 9"/>
          <p:cNvSpPr>
            <a:spLocks noEditPoints="1"/>
          </p:cNvSpPr>
          <p:nvPr/>
        </p:nvSpPr>
        <p:spPr bwMode="auto">
          <a:xfrm rot="19469485">
            <a:off x="7621982" y="363252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9" name="Freeform 9"/>
          <p:cNvSpPr>
            <a:spLocks noEditPoints="1"/>
          </p:cNvSpPr>
          <p:nvPr/>
        </p:nvSpPr>
        <p:spPr bwMode="auto">
          <a:xfrm rot="19469485">
            <a:off x="5181677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" grpId="0" bldLvl="0" animBg="1"/>
      <p:bldP spid="3" grpId="0" bldLvl="0" animBg="1"/>
      <p:bldP spid="8" grpId="0" bldLvl="0" animBg="1"/>
      <p:bldP spid="9" grpId="0" bldLvl="0" animBg="1"/>
    </p:bldLst>
  </p:timing>
</p:sld>
</file>

<file path=ppt/tags/tag1.xml><?xml version="1.0" encoding="utf-8"?>
<p:tagLst xmlns:p="http://schemas.openxmlformats.org/presentationml/2006/main">
  <p:tag name="KSO_WM_UNIT_TABLE_BEAUTIFY" val="{4ddcf44a-c9b7-476b-b091-674626e317f1}"/>
</p:tagLst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3369</Words>
  <Application>WPS 演示</Application>
  <PresentationFormat>全屏显示(16:9)</PresentationFormat>
  <Paragraphs>327</Paragraphs>
  <Slides>21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DIN-BoldItalic</vt:lpstr>
      <vt:lpstr>微软雅黑</vt:lpstr>
      <vt:lpstr>Impact MT Std</vt:lpstr>
      <vt:lpstr>Times New Roman</vt:lpstr>
      <vt:lpstr>Segoe Print</vt:lpstr>
      <vt:lpstr>Calibri</vt:lpstr>
      <vt:lpstr>Arial Unicode MS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cp:lastModifiedBy>裕</cp:lastModifiedBy>
  <cp:revision>345</cp:revision>
  <dcterms:created xsi:type="dcterms:W3CDTF">2016-01-14T08:47:00Z</dcterms:created>
  <dcterms:modified xsi:type="dcterms:W3CDTF">2020-09-23T06:52:51Z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RubyTemplateID">
    <vt:lpwstr>8</vt:lpwstr>
  </property>
</Properties>
</file>