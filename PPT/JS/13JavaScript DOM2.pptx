
<file path=[Content_Types].xml><?xml version="1.0" encoding="utf-8"?>
<Types xmlns="http://schemas.openxmlformats.org/package/2006/content-types">
  <Default Extension="jpeg" ContentType="image/jpeg"/>
  <Default Extension="wdp" ContentType="image/vnd.ms-photo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2" r:id="rId3"/>
    <p:sldId id="423" r:id="rId5"/>
    <p:sldId id="421" r:id="rId6"/>
    <p:sldId id="490" r:id="rId7"/>
    <p:sldId id="621" r:id="rId8"/>
    <p:sldId id="699" r:id="rId9"/>
    <p:sldId id="696" r:id="rId10"/>
    <p:sldId id="697" r:id="rId11"/>
    <p:sldId id="698" r:id="rId12"/>
    <p:sldId id="700" r:id="rId13"/>
    <p:sldId id="701" r:id="rId14"/>
    <p:sldId id="713" r:id="rId15"/>
    <p:sldId id="714" r:id="rId16"/>
    <p:sldId id="300" r:id="rId17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howGuides="1">
      <p:cViewPr varScale="1">
        <p:scale>
          <a:sx n="77" d="100"/>
          <a:sy n="77" d="100"/>
        </p:scale>
        <p:origin x="-102" y="-1542"/>
      </p:cViewPr>
      <p:guideLst>
        <p:guide orient="horz" pos="1616"/>
        <p:guide pos="291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54A1DB-77B4-46A1-8248-376E3A8265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533" y="685800"/>
            <a:ext cx="6094933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099"/>
            <a:ext cx="7772400" cy="110271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5160"/>
            <a:ext cx="6400800" cy="13146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8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9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754"/>
            <a:ext cx="7772400" cy="102173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416"/>
            <a:ext cx="7772400" cy="112533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803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93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83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200361"/>
            <a:ext cx="5411788" cy="339506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89" y="1200361"/>
            <a:ext cx="5411787" cy="339506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7550092" y="4731990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www.1ppt.com/jiaoan/      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www.1ppt.com/ziti/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015"/>
            <a:ext cx="8229600" cy="8574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536"/>
            <a:ext cx="4040188" cy="47990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8035" indent="0">
              <a:buNone/>
              <a:defRPr sz="1200" b="1"/>
            </a:lvl7pPr>
            <a:lvl8pPr marL="2400935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442"/>
            <a:ext cx="4040188" cy="296398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151536"/>
            <a:ext cx="4041775" cy="47990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8035" indent="0">
              <a:buNone/>
              <a:defRPr sz="1200" b="1"/>
            </a:lvl7pPr>
            <a:lvl8pPr marL="2400935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631442"/>
            <a:ext cx="4041775" cy="296398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4823"/>
            <a:ext cx="3008313" cy="87169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49" y="204824"/>
            <a:ext cx="5111750" cy="439060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076514"/>
            <a:ext cx="3008313" cy="351891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8035" indent="0">
              <a:buNone/>
              <a:defRPr sz="675"/>
            </a:lvl7pPr>
            <a:lvl8pPr marL="2400935" indent="0">
              <a:buNone/>
              <a:defRPr sz="675"/>
            </a:lvl8pPr>
            <a:lvl9pPr marL="2743835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1080"/>
            <a:ext cx="5486400" cy="42512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662"/>
            <a:ext cx="5486400" cy="308664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8035" indent="0">
              <a:buNone/>
              <a:defRPr sz="1500"/>
            </a:lvl7pPr>
            <a:lvl8pPr marL="2400935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6208"/>
            <a:ext cx="5486400" cy="60375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8035" indent="0">
              <a:buNone/>
              <a:defRPr sz="675"/>
            </a:lvl7pPr>
            <a:lvl8pPr marL="2400935" indent="0">
              <a:buNone/>
              <a:defRPr sz="675"/>
            </a:lvl8pPr>
            <a:lvl9pPr marL="2743835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2375" y="206015"/>
            <a:ext cx="2743200" cy="43894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06015"/>
            <a:ext cx="8080375" cy="43894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2.png"/><Relationship Id="rId14" Type="http://schemas.microsoft.com/office/2007/relationships/hdphoto" Target="../media/hdphoto1.wdp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lum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6015"/>
            <a:ext cx="8229600" cy="857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361"/>
            <a:ext cx="8229600" cy="3395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8098"/>
            <a:ext cx="2133600" cy="273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8098"/>
            <a:ext cx="2895600" cy="273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8098"/>
            <a:ext cx="2133600" cy="273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dblogo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457200" y="129540"/>
            <a:ext cx="1127760" cy="39116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6540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3995" algn="l" defTabSz="685800" rtl="0" eaLnBrk="1" latinLnBrk="0" hangingPunct="1">
        <a:spcBef>
          <a:spcPct val="15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65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23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52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80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5.png"/><Relationship Id="rId2" Type="http://schemas.microsoft.com/office/2007/relationships/hdphoto" Target="../media/hdphoto2.wdp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9.jpeg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5"/>
          <p:cNvSpPr/>
          <p:nvPr/>
        </p:nvSpPr>
        <p:spPr bwMode="auto">
          <a:xfrm flipH="1">
            <a:off x="306636" y="662105"/>
            <a:ext cx="1211205" cy="1398008"/>
          </a:xfrm>
          <a:custGeom>
            <a:avLst/>
            <a:gdLst>
              <a:gd name="T0" fmla="*/ 2010 w 2010"/>
              <a:gd name="T1" fmla="*/ 1740 h 2320"/>
              <a:gd name="T2" fmla="*/ 1005 w 2010"/>
              <a:gd name="T3" fmla="*/ 2320 h 2320"/>
              <a:gd name="T4" fmla="*/ 0 w 2010"/>
              <a:gd name="T5" fmla="*/ 1740 h 2320"/>
              <a:gd name="T6" fmla="*/ 0 w 2010"/>
              <a:gd name="T7" fmla="*/ 581 h 2320"/>
              <a:gd name="T8" fmla="*/ 1005 w 2010"/>
              <a:gd name="T9" fmla="*/ 0 h 2320"/>
              <a:gd name="T10" fmla="*/ 2010 w 2010"/>
              <a:gd name="T11" fmla="*/ 581 h 2320"/>
              <a:gd name="T12" fmla="*/ 2010 w 2010"/>
              <a:gd name="T13" fmla="*/ 1740 h 2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10" h="2320">
                <a:moveTo>
                  <a:pt x="2010" y="1740"/>
                </a:moveTo>
                <a:lnTo>
                  <a:pt x="1005" y="2320"/>
                </a:lnTo>
                <a:lnTo>
                  <a:pt x="0" y="1740"/>
                </a:lnTo>
                <a:lnTo>
                  <a:pt x="0" y="581"/>
                </a:lnTo>
                <a:lnTo>
                  <a:pt x="1005" y="0"/>
                </a:lnTo>
                <a:lnTo>
                  <a:pt x="2010" y="581"/>
                </a:lnTo>
                <a:lnTo>
                  <a:pt x="2010" y="1740"/>
                </a:lnTo>
                <a:close/>
              </a:path>
            </a:pathLst>
          </a:custGeom>
          <a:solidFill>
            <a:srgbClr val="E0E0E0"/>
          </a:solidFill>
          <a:ln w="120650">
            <a:gradFill flip="none" rotWithShape="1">
              <a:gsLst>
                <a:gs pos="0">
                  <a:schemeClr val="bg1">
                    <a:lumMod val="78000"/>
                  </a:schemeClr>
                </a:gs>
                <a:gs pos="100000">
                  <a:schemeClr val="bg1">
                    <a:lumMod val="98000"/>
                  </a:schemeClr>
                </a:gs>
              </a:gsLst>
              <a:lin ang="5400000" scaled="1"/>
              <a:tileRect/>
            </a:gradFill>
          </a:ln>
          <a:effectLst>
            <a:innerShdw blurRad="330200" dist="165100" dir="16200000">
              <a:prstClr val="black">
                <a:alpha val="5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IN-BoldItalic" pitchFamily="50" charset="0"/>
            </a:endParaRPr>
          </a:p>
        </p:txBody>
      </p:sp>
      <p:sp>
        <p:nvSpPr>
          <p:cNvPr id="36" name="Freeform 5"/>
          <p:cNvSpPr/>
          <p:nvPr/>
        </p:nvSpPr>
        <p:spPr bwMode="auto">
          <a:xfrm rot="1709469">
            <a:off x="622097" y="691534"/>
            <a:ext cx="1509454" cy="1337816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>
            <a:gsLst>
              <a:gs pos="100000">
                <a:srgbClr val="FDFDFD"/>
              </a:gs>
              <a:gs pos="0">
                <a:srgbClr val="E4E4E4"/>
              </a:gs>
            </a:gsLst>
            <a:lin ang="2700000" scaled="1"/>
          </a:gradFill>
          <a:ln w="1905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2700000" scaled="1"/>
              <a:tileRect/>
            </a:gradFill>
          </a:ln>
          <a:effectLst>
            <a:outerShdw blurRad="317500" dist="1270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944409" y="768876"/>
            <a:ext cx="866382" cy="1106502"/>
            <a:chOff x="5499100" y="2711450"/>
            <a:chExt cx="1193801" cy="1524666"/>
          </a:xfr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38" name="Freeform 17"/>
            <p:cNvSpPr/>
            <p:nvPr/>
          </p:nvSpPr>
          <p:spPr bwMode="auto">
            <a:xfrm>
              <a:off x="5892800" y="2711450"/>
              <a:ext cx="401638" cy="439738"/>
            </a:xfrm>
            <a:custGeom>
              <a:avLst/>
              <a:gdLst>
                <a:gd name="T0" fmla="*/ 12 w 106"/>
                <a:gd name="T1" fmla="*/ 75 h 116"/>
                <a:gd name="T2" fmla="*/ 54 w 106"/>
                <a:gd name="T3" fmla="*/ 116 h 116"/>
                <a:gd name="T4" fmla="*/ 96 w 106"/>
                <a:gd name="T5" fmla="*/ 74 h 116"/>
                <a:gd name="T6" fmla="*/ 106 w 106"/>
                <a:gd name="T7" fmla="*/ 56 h 116"/>
                <a:gd name="T8" fmla="*/ 99 w 106"/>
                <a:gd name="T9" fmla="*/ 48 h 116"/>
                <a:gd name="T10" fmla="*/ 54 w 106"/>
                <a:gd name="T11" fmla="*/ 0 h 116"/>
                <a:gd name="T12" fmla="*/ 9 w 106"/>
                <a:gd name="T13" fmla="*/ 47 h 116"/>
                <a:gd name="T14" fmla="*/ 1 w 106"/>
                <a:gd name="T15" fmla="*/ 56 h 116"/>
                <a:gd name="T16" fmla="*/ 12 w 106"/>
                <a:gd name="T17" fmla="*/ 75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116">
                  <a:moveTo>
                    <a:pt x="12" y="75"/>
                  </a:moveTo>
                  <a:cubicBezTo>
                    <a:pt x="18" y="96"/>
                    <a:pt x="31" y="116"/>
                    <a:pt x="54" y="116"/>
                  </a:cubicBezTo>
                  <a:cubicBezTo>
                    <a:pt x="76" y="116"/>
                    <a:pt x="90" y="96"/>
                    <a:pt x="96" y="74"/>
                  </a:cubicBezTo>
                  <a:cubicBezTo>
                    <a:pt x="102" y="72"/>
                    <a:pt x="106" y="63"/>
                    <a:pt x="106" y="56"/>
                  </a:cubicBezTo>
                  <a:cubicBezTo>
                    <a:pt x="105" y="51"/>
                    <a:pt x="103" y="49"/>
                    <a:pt x="99" y="48"/>
                  </a:cubicBezTo>
                  <a:cubicBezTo>
                    <a:pt x="98" y="21"/>
                    <a:pt x="80" y="0"/>
                    <a:pt x="54" y="0"/>
                  </a:cubicBezTo>
                  <a:cubicBezTo>
                    <a:pt x="28" y="0"/>
                    <a:pt x="10" y="21"/>
                    <a:pt x="9" y="47"/>
                  </a:cubicBezTo>
                  <a:cubicBezTo>
                    <a:pt x="4" y="48"/>
                    <a:pt x="2" y="51"/>
                    <a:pt x="1" y="56"/>
                  </a:cubicBezTo>
                  <a:cubicBezTo>
                    <a:pt x="0" y="63"/>
                    <a:pt x="5" y="73"/>
                    <a:pt x="12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42" name="Freeform 18"/>
            <p:cNvSpPr/>
            <p:nvPr/>
          </p:nvSpPr>
          <p:spPr bwMode="auto">
            <a:xfrm>
              <a:off x="5499100" y="3695700"/>
              <a:ext cx="1190625" cy="298450"/>
            </a:xfrm>
            <a:custGeom>
              <a:avLst/>
              <a:gdLst>
                <a:gd name="T0" fmla="*/ 0 w 750"/>
                <a:gd name="T1" fmla="*/ 0 h 188"/>
                <a:gd name="T2" fmla="*/ 79 w 750"/>
                <a:gd name="T3" fmla="*/ 188 h 188"/>
                <a:gd name="T4" fmla="*/ 122 w 750"/>
                <a:gd name="T5" fmla="*/ 188 h 188"/>
                <a:gd name="T6" fmla="*/ 119 w 750"/>
                <a:gd name="T7" fmla="*/ 72 h 188"/>
                <a:gd name="T8" fmla="*/ 633 w 750"/>
                <a:gd name="T9" fmla="*/ 72 h 188"/>
                <a:gd name="T10" fmla="*/ 630 w 750"/>
                <a:gd name="T11" fmla="*/ 188 h 188"/>
                <a:gd name="T12" fmla="*/ 673 w 750"/>
                <a:gd name="T13" fmla="*/ 188 h 188"/>
                <a:gd name="T14" fmla="*/ 750 w 750"/>
                <a:gd name="T15" fmla="*/ 0 h 188"/>
                <a:gd name="T16" fmla="*/ 0 w 750"/>
                <a:gd name="T17" fmla="*/ 0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50" h="188">
                  <a:moveTo>
                    <a:pt x="0" y="0"/>
                  </a:moveTo>
                  <a:lnTo>
                    <a:pt x="79" y="188"/>
                  </a:lnTo>
                  <a:lnTo>
                    <a:pt x="122" y="188"/>
                  </a:lnTo>
                  <a:lnTo>
                    <a:pt x="119" y="72"/>
                  </a:lnTo>
                  <a:lnTo>
                    <a:pt x="633" y="72"/>
                  </a:lnTo>
                  <a:lnTo>
                    <a:pt x="630" y="188"/>
                  </a:lnTo>
                  <a:lnTo>
                    <a:pt x="673" y="188"/>
                  </a:lnTo>
                  <a:lnTo>
                    <a:pt x="75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43" name="Freeform 19"/>
            <p:cNvSpPr/>
            <p:nvPr/>
          </p:nvSpPr>
          <p:spPr bwMode="auto">
            <a:xfrm>
              <a:off x="5722938" y="3846513"/>
              <a:ext cx="746125" cy="389603"/>
            </a:xfrm>
            <a:custGeom>
              <a:avLst/>
              <a:gdLst>
                <a:gd name="T0" fmla="*/ 2 w 470"/>
                <a:gd name="T1" fmla="*/ 193 h 193"/>
                <a:gd name="T2" fmla="*/ 465 w 470"/>
                <a:gd name="T3" fmla="*/ 193 h 193"/>
                <a:gd name="T4" fmla="*/ 470 w 470"/>
                <a:gd name="T5" fmla="*/ 0 h 193"/>
                <a:gd name="T6" fmla="*/ 0 w 470"/>
                <a:gd name="T7" fmla="*/ 0 h 193"/>
                <a:gd name="T8" fmla="*/ 2 w 470"/>
                <a:gd name="T9" fmla="*/ 193 h 193"/>
                <a:gd name="connsiteX0" fmla="*/ 43 w 10000"/>
                <a:gd name="connsiteY0" fmla="*/ 10000 h 11093"/>
                <a:gd name="connsiteX1" fmla="*/ 9894 w 10000"/>
                <a:gd name="connsiteY1" fmla="*/ 10000 h 11093"/>
                <a:gd name="connsiteX2" fmla="*/ 10000 w 10000"/>
                <a:gd name="connsiteY2" fmla="*/ 0 h 11093"/>
                <a:gd name="connsiteX3" fmla="*/ 0 w 10000"/>
                <a:gd name="connsiteY3" fmla="*/ 0 h 11093"/>
                <a:gd name="connsiteX4" fmla="*/ 43 w 10000"/>
                <a:gd name="connsiteY4" fmla="*/ 10000 h 11093"/>
                <a:gd name="connsiteX0-1" fmla="*/ 43 w 10000"/>
                <a:gd name="connsiteY0-2" fmla="*/ 10000 h 11815"/>
                <a:gd name="connsiteX1-3" fmla="*/ 9894 w 10000"/>
                <a:gd name="connsiteY1-4" fmla="*/ 10000 h 11815"/>
                <a:gd name="connsiteX2-5" fmla="*/ 10000 w 10000"/>
                <a:gd name="connsiteY2-6" fmla="*/ 0 h 11815"/>
                <a:gd name="connsiteX3-7" fmla="*/ 0 w 10000"/>
                <a:gd name="connsiteY3-8" fmla="*/ 0 h 11815"/>
                <a:gd name="connsiteX4-9" fmla="*/ 43 w 10000"/>
                <a:gd name="connsiteY4-10" fmla="*/ 10000 h 11815"/>
                <a:gd name="connsiteX0-11" fmla="*/ 43 w 10000"/>
                <a:gd name="connsiteY0-12" fmla="*/ 10000 h 11784"/>
                <a:gd name="connsiteX1-13" fmla="*/ 9894 w 10000"/>
                <a:gd name="connsiteY1-14" fmla="*/ 10000 h 11784"/>
                <a:gd name="connsiteX2-15" fmla="*/ 10000 w 10000"/>
                <a:gd name="connsiteY2-16" fmla="*/ 0 h 11784"/>
                <a:gd name="connsiteX3-17" fmla="*/ 0 w 10000"/>
                <a:gd name="connsiteY3-18" fmla="*/ 0 h 11784"/>
                <a:gd name="connsiteX4-19" fmla="*/ 43 w 10000"/>
                <a:gd name="connsiteY4-20" fmla="*/ 10000 h 11784"/>
                <a:gd name="connsiteX0-21" fmla="*/ 43 w 10000"/>
                <a:gd name="connsiteY0-22" fmla="*/ 10000 h 11753"/>
                <a:gd name="connsiteX1-23" fmla="*/ 9894 w 10000"/>
                <a:gd name="connsiteY1-24" fmla="*/ 10000 h 11753"/>
                <a:gd name="connsiteX2-25" fmla="*/ 10000 w 10000"/>
                <a:gd name="connsiteY2-26" fmla="*/ 0 h 11753"/>
                <a:gd name="connsiteX3-27" fmla="*/ 0 w 10000"/>
                <a:gd name="connsiteY3-28" fmla="*/ 0 h 11753"/>
                <a:gd name="connsiteX4-29" fmla="*/ 43 w 10000"/>
                <a:gd name="connsiteY4-30" fmla="*/ 10000 h 11753"/>
                <a:gd name="connsiteX0-31" fmla="*/ 43 w 10000"/>
                <a:gd name="connsiteY0-32" fmla="*/ 10000 h 12074"/>
                <a:gd name="connsiteX1-33" fmla="*/ 9894 w 10000"/>
                <a:gd name="connsiteY1-34" fmla="*/ 10000 h 12074"/>
                <a:gd name="connsiteX2-35" fmla="*/ 10000 w 10000"/>
                <a:gd name="connsiteY2-36" fmla="*/ 0 h 12074"/>
                <a:gd name="connsiteX3-37" fmla="*/ 0 w 10000"/>
                <a:gd name="connsiteY3-38" fmla="*/ 0 h 12074"/>
                <a:gd name="connsiteX4-39" fmla="*/ 43 w 10000"/>
                <a:gd name="connsiteY4-40" fmla="*/ 10000 h 12074"/>
                <a:gd name="connsiteX0-41" fmla="*/ 43 w 10000"/>
                <a:gd name="connsiteY0-42" fmla="*/ 10000 h 12813"/>
                <a:gd name="connsiteX1-43" fmla="*/ 9894 w 10000"/>
                <a:gd name="connsiteY1-44" fmla="*/ 10000 h 12813"/>
                <a:gd name="connsiteX2-45" fmla="*/ 10000 w 10000"/>
                <a:gd name="connsiteY2-46" fmla="*/ 0 h 12813"/>
                <a:gd name="connsiteX3-47" fmla="*/ 0 w 10000"/>
                <a:gd name="connsiteY3-48" fmla="*/ 0 h 12813"/>
                <a:gd name="connsiteX4-49" fmla="*/ 43 w 10000"/>
                <a:gd name="connsiteY4-50" fmla="*/ 10000 h 12813"/>
                <a:gd name="connsiteX0-51" fmla="*/ 43 w 10000"/>
                <a:gd name="connsiteY0-52" fmla="*/ 10000 h 12716"/>
                <a:gd name="connsiteX1-53" fmla="*/ 9963 w 10000"/>
                <a:gd name="connsiteY1-54" fmla="*/ 9777 h 12716"/>
                <a:gd name="connsiteX2-55" fmla="*/ 10000 w 10000"/>
                <a:gd name="connsiteY2-56" fmla="*/ 0 h 12716"/>
                <a:gd name="connsiteX3-57" fmla="*/ 0 w 10000"/>
                <a:gd name="connsiteY3-58" fmla="*/ 0 h 12716"/>
                <a:gd name="connsiteX4-59" fmla="*/ 43 w 10000"/>
                <a:gd name="connsiteY4-60" fmla="*/ 10000 h 1271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0000" h="12716">
                  <a:moveTo>
                    <a:pt x="43" y="10000"/>
                  </a:moveTo>
                  <a:cubicBezTo>
                    <a:pt x="3260" y="14266"/>
                    <a:pt x="7554" y="12976"/>
                    <a:pt x="9963" y="9777"/>
                  </a:cubicBezTo>
                  <a:cubicBezTo>
                    <a:pt x="9998" y="6444"/>
                    <a:pt x="9965" y="3333"/>
                    <a:pt x="10000" y="0"/>
                  </a:cubicBezTo>
                  <a:lnTo>
                    <a:pt x="0" y="0"/>
                  </a:lnTo>
                  <a:cubicBezTo>
                    <a:pt x="14" y="3333"/>
                    <a:pt x="29" y="6667"/>
                    <a:pt x="43" y="1000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6488113" y="36004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5684838" y="3173413"/>
              <a:ext cx="1008063" cy="450850"/>
            </a:xfrm>
            <a:custGeom>
              <a:avLst/>
              <a:gdLst>
                <a:gd name="T0" fmla="*/ 49 w 266"/>
                <a:gd name="T1" fmla="*/ 64 h 119"/>
                <a:gd name="T2" fmla="*/ 49 w 266"/>
                <a:gd name="T3" fmla="*/ 64 h 119"/>
                <a:gd name="T4" fmla="*/ 49 w 266"/>
                <a:gd name="T5" fmla="*/ 119 h 119"/>
                <a:gd name="T6" fmla="*/ 105 w 266"/>
                <a:gd name="T7" fmla="*/ 119 h 119"/>
                <a:gd name="T8" fmla="*/ 102 w 266"/>
                <a:gd name="T9" fmla="*/ 83 h 119"/>
                <a:gd name="T10" fmla="*/ 108 w 266"/>
                <a:gd name="T11" fmla="*/ 74 h 119"/>
                <a:gd name="T12" fmla="*/ 115 w 266"/>
                <a:gd name="T13" fmla="*/ 83 h 119"/>
                <a:gd name="T14" fmla="*/ 112 w 266"/>
                <a:gd name="T15" fmla="*/ 119 h 119"/>
                <a:gd name="T16" fmla="*/ 167 w 266"/>
                <a:gd name="T17" fmla="*/ 119 h 119"/>
                <a:gd name="T18" fmla="*/ 167 w 266"/>
                <a:gd name="T19" fmla="*/ 76 h 119"/>
                <a:gd name="T20" fmla="*/ 179 w 266"/>
                <a:gd name="T21" fmla="*/ 95 h 119"/>
                <a:gd name="T22" fmla="*/ 187 w 266"/>
                <a:gd name="T23" fmla="*/ 105 h 119"/>
                <a:gd name="T24" fmla="*/ 192 w 266"/>
                <a:gd name="T25" fmla="*/ 110 h 119"/>
                <a:gd name="T26" fmla="*/ 197 w 266"/>
                <a:gd name="T27" fmla="*/ 112 h 119"/>
                <a:gd name="T28" fmla="*/ 205 w 266"/>
                <a:gd name="T29" fmla="*/ 114 h 119"/>
                <a:gd name="T30" fmla="*/ 212 w 266"/>
                <a:gd name="T31" fmla="*/ 113 h 119"/>
                <a:gd name="T32" fmla="*/ 216 w 266"/>
                <a:gd name="T33" fmla="*/ 111 h 119"/>
                <a:gd name="T34" fmla="*/ 220 w 266"/>
                <a:gd name="T35" fmla="*/ 108 h 119"/>
                <a:gd name="T36" fmla="*/ 226 w 266"/>
                <a:gd name="T37" fmla="*/ 103 h 119"/>
                <a:gd name="T38" fmla="*/ 236 w 266"/>
                <a:gd name="T39" fmla="*/ 92 h 119"/>
                <a:gd name="T40" fmla="*/ 259 w 266"/>
                <a:gd name="T41" fmla="*/ 67 h 119"/>
                <a:gd name="T42" fmla="*/ 257 w 266"/>
                <a:gd name="T43" fmla="*/ 39 h 119"/>
                <a:gd name="T44" fmla="*/ 254 w 266"/>
                <a:gd name="T45" fmla="*/ 37 h 119"/>
                <a:gd name="T46" fmla="*/ 262 w 266"/>
                <a:gd name="T47" fmla="*/ 29 h 119"/>
                <a:gd name="T48" fmla="*/ 262 w 266"/>
                <a:gd name="T49" fmla="*/ 18 h 119"/>
                <a:gd name="T50" fmla="*/ 251 w 266"/>
                <a:gd name="T51" fmla="*/ 18 h 119"/>
                <a:gd name="T52" fmla="*/ 233 w 266"/>
                <a:gd name="T53" fmla="*/ 38 h 119"/>
                <a:gd name="T54" fmla="*/ 229 w 266"/>
                <a:gd name="T55" fmla="*/ 41 h 119"/>
                <a:gd name="T56" fmla="*/ 229 w 266"/>
                <a:gd name="T57" fmla="*/ 41 h 119"/>
                <a:gd name="T58" fmla="*/ 211 w 266"/>
                <a:gd name="T59" fmla="*/ 62 h 119"/>
                <a:gd name="T60" fmla="*/ 207 w 266"/>
                <a:gd name="T61" fmla="*/ 66 h 119"/>
                <a:gd name="T62" fmla="*/ 204 w 266"/>
                <a:gd name="T63" fmla="*/ 60 h 119"/>
                <a:gd name="T64" fmla="*/ 190 w 266"/>
                <a:gd name="T65" fmla="*/ 35 h 119"/>
                <a:gd name="T66" fmla="*/ 186 w 266"/>
                <a:gd name="T67" fmla="*/ 26 h 119"/>
                <a:gd name="T68" fmla="*/ 184 w 266"/>
                <a:gd name="T69" fmla="*/ 23 h 119"/>
                <a:gd name="T70" fmla="*/ 184 w 266"/>
                <a:gd name="T71" fmla="*/ 22 h 119"/>
                <a:gd name="T72" fmla="*/ 184 w 266"/>
                <a:gd name="T73" fmla="*/ 22 h 119"/>
                <a:gd name="T74" fmla="*/ 179 w 266"/>
                <a:gd name="T75" fmla="*/ 16 h 119"/>
                <a:gd name="T76" fmla="*/ 152 w 266"/>
                <a:gd name="T77" fmla="*/ 4 h 119"/>
                <a:gd name="T78" fmla="*/ 138 w 266"/>
                <a:gd name="T79" fmla="*/ 0 h 119"/>
                <a:gd name="T80" fmla="*/ 138 w 266"/>
                <a:gd name="T81" fmla="*/ 0 h 119"/>
                <a:gd name="T82" fmla="*/ 138 w 266"/>
                <a:gd name="T83" fmla="*/ 0 h 119"/>
                <a:gd name="T84" fmla="*/ 120 w 266"/>
                <a:gd name="T85" fmla="*/ 62 h 119"/>
                <a:gd name="T86" fmla="*/ 114 w 266"/>
                <a:gd name="T87" fmla="*/ 24 h 119"/>
                <a:gd name="T88" fmla="*/ 119 w 266"/>
                <a:gd name="T89" fmla="*/ 12 h 119"/>
                <a:gd name="T90" fmla="*/ 111 w 266"/>
                <a:gd name="T91" fmla="*/ 5 h 119"/>
                <a:gd name="T92" fmla="*/ 105 w 266"/>
                <a:gd name="T93" fmla="*/ 5 h 119"/>
                <a:gd name="T94" fmla="*/ 97 w 266"/>
                <a:gd name="T95" fmla="*/ 12 h 119"/>
                <a:gd name="T96" fmla="*/ 102 w 266"/>
                <a:gd name="T97" fmla="*/ 24 h 119"/>
                <a:gd name="T98" fmla="*/ 96 w 266"/>
                <a:gd name="T99" fmla="*/ 62 h 119"/>
                <a:gd name="T100" fmla="*/ 78 w 266"/>
                <a:gd name="T101" fmla="*/ 0 h 119"/>
                <a:gd name="T102" fmla="*/ 78 w 266"/>
                <a:gd name="T103" fmla="*/ 0 h 119"/>
                <a:gd name="T104" fmla="*/ 78 w 266"/>
                <a:gd name="T105" fmla="*/ 0 h 119"/>
                <a:gd name="T106" fmla="*/ 67 w 266"/>
                <a:gd name="T107" fmla="*/ 4 h 119"/>
                <a:gd name="T108" fmla="*/ 28 w 266"/>
                <a:gd name="T109" fmla="*/ 20 h 119"/>
                <a:gd name="T110" fmla="*/ 0 w 266"/>
                <a:gd name="T111" fmla="*/ 119 h 119"/>
                <a:gd name="T112" fmla="*/ 38 w 266"/>
                <a:gd name="T113" fmla="*/ 119 h 119"/>
                <a:gd name="T114" fmla="*/ 49 w 266"/>
                <a:gd name="T115" fmla="*/ 6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66" h="119">
                  <a:moveTo>
                    <a:pt x="49" y="64"/>
                  </a:moveTo>
                  <a:cubicBezTo>
                    <a:pt x="49" y="64"/>
                    <a:pt x="49" y="64"/>
                    <a:pt x="49" y="64"/>
                  </a:cubicBezTo>
                  <a:cubicBezTo>
                    <a:pt x="49" y="119"/>
                    <a:pt x="49" y="119"/>
                    <a:pt x="49" y="119"/>
                  </a:cubicBezTo>
                  <a:cubicBezTo>
                    <a:pt x="105" y="119"/>
                    <a:pt x="105" y="119"/>
                    <a:pt x="105" y="119"/>
                  </a:cubicBezTo>
                  <a:cubicBezTo>
                    <a:pt x="102" y="83"/>
                    <a:pt x="102" y="83"/>
                    <a:pt x="102" y="83"/>
                  </a:cubicBezTo>
                  <a:cubicBezTo>
                    <a:pt x="102" y="78"/>
                    <a:pt x="105" y="74"/>
                    <a:pt x="108" y="74"/>
                  </a:cubicBezTo>
                  <a:cubicBezTo>
                    <a:pt x="112" y="74"/>
                    <a:pt x="115" y="78"/>
                    <a:pt x="115" y="83"/>
                  </a:cubicBezTo>
                  <a:cubicBezTo>
                    <a:pt x="112" y="119"/>
                    <a:pt x="112" y="119"/>
                    <a:pt x="112" y="119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76"/>
                    <a:pt x="167" y="76"/>
                    <a:pt x="167" y="76"/>
                  </a:cubicBezTo>
                  <a:cubicBezTo>
                    <a:pt x="171" y="83"/>
                    <a:pt x="175" y="89"/>
                    <a:pt x="179" y="95"/>
                  </a:cubicBezTo>
                  <a:cubicBezTo>
                    <a:pt x="182" y="99"/>
                    <a:pt x="184" y="102"/>
                    <a:pt x="187" y="105"/>
                  </a:cubicBezTo>
                  <a:cubicBezTo>
                    <a:pt x="188" y="106"/>
                    <a:pt x="190" y="108"/>
                    <a:pt x="192" y="110"/>
                  </a:cubicBezTo>
                  <a:cubicBezTo>
                    <a:pt x="193" y="111"/>
                    <a:pt x="195" y="111"/>
                    <a:pt x="197" y="112"/>
                  </a:cubicBezTo>
                  <a:cubicBezTo>
                    <a:pt x="199" y="113"/>
                    <a:pt x="202" y="114"/>
                    <a:pt x="205" y="114"/>
                  </a:cubicBezTo>
                  <a:cubicBezTo>
                    <a:pt x="207" y="114"/>
                    <a:pt x="209" y="114"/>
                    <a:pt x="212" y="113"/>
                  </a:cubicBezTo>
                  <a:cubicBezTo>
                    <a:pt x="214" y="112"/>
                    <a:pt x="215" y="112"/>
                    <a:pt x="216" y="111"/>
                  </a:cubicBezTo>
                  <a:cubicBezTo>
                    <a:pt x="218" y="110"/>
                    <a:pt x="219" y="109"/>
                    <a:pt x="220" y="108"/>
                  </a:cubicBezTo>
                  <a:cubicBezTo>
                    <a:pt x="222" y="107"/>
                    <a:pt x="224" y="105"/>
                    <a:pt x="226" y="103"/>
                  </a:cubicBezTo>
                  <a:cubicBezTo>
                    <a:pt x="229" y="100"/>
                    <a:pt x="233" y="96"/>
                    <a:pt x="236" y="92"/>
                  </a:cubicBezTo>
                  <a:cubicBezTo>
                    <a:pt x="247" y="80"/>
                    <a:pt x="259" y="67"/>
                    <a:pt x="259" y="67"/>
                  </a:cubicBezTo>
                  <a:cubicBezTo>
                    <a:pt x="266" y="58"/>
                    <a:pt x="265" y="46"/>
                    <a:pt x="257" y="39"/>
                  </a:cubicBezTo>
                  <a:cubicBezTo>
                    <a:pt x="256" y="38"/>
                    <a:pt x="255" y="38"/>
                    <a:pt x="254" y="37"/>
                  </a:cubicBezTo>
                  <a:cubicBezTo>
                    <a:pt x="262" y="29"/>
                    <a:pt x="262" y="29"/>
                    <a:pt x="262" y="29"/>
                  </a:cubicBezTo>
                  <a:cubicBezTo>
                    <a:pt x="265" y="26"/>
                    <a:pt x="265" y="21"/>
                    <a:pt x="262" y="18"/>
                  </a:cubicBezTo>
                  <a:cubicBezTo>
                    <a:pt x="259" y="15"/>
                    <a:pt x="254" y="15"/>
                    <a:pt x="251" y="18"/>
                  </a:cubicBezTo>
                  <a:cubicBezTo>
                    <a:pt x="233" y="38"/>
                    <a:pt x="233" y="38"/>
                    <a:pt x="233" y="38"/>
                  </a:cubicBezTo>
                  <a:cubicBezTo>
                    <a:pt x="231" y="39"/>
                    <a:pt x="230" y="40"/>
                    <a:pt x="229" y="41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27" y="43"/>
                    <a:pt x="219" y="53"/>
                    <a:pt x="211" y="62"/>
                  </a:cubicBezTo>
                  <a:cubicBezTo>
                    <a:pt x="209" y="63"/>
                    <a:pt x="208" y="64"/>
                    <a:pt x="207" y="66"/>
                  </a:cubicBezTo>
                  <a:cubicBezTo>
                    <a:pt x="206" y="64"/>
                    <a:pt x="205" y="62"/>
                    <a:pt x="204" y="60"/>
                  </a:cubicBezTo>
                  <a:cubicBezTo>
                    <a:pt x="199" y="52"/>
                    <a:pt x="194" y="42"/>
                    <a:pt x="190" y="35"/>
                  </a:cubicBezTo>
                  <a:cubicBezTo>
                    <a:pt x="188" y="31"/>
                    <a:pt x="187" y="28"/>
                    <a:pt x="186" y="26"/>
                  </a:cubicBezTo>
                  <a:cubicBezTo>
                    <a:pt x="185" y="24"/>
                    <a:pt x="185" y="24"/>
                    <a:pt x="184" y="23"/>
                  </a:cubicBezTo>
                  <a:cubicBezTo>
                    <a:pt x="184" y="22"/>
                    <a:pt x="184" y="22"/>
                    <a:pt x="184" y="22"/>
                  </a:cubicBezTo>
                  <a:cubicBezTo>
                    <a:pt x="184" y="22"/>
                    <a:pt x="184" y="22"/>
                    <a:pt x="184" y="22"/>
                  </a:cubicBezTo>
                  <a:cubicBezTo>
                    <a:pt x="183" y="20"/>
                    <a:pt x="181" y="18"/>
                    <a:pt x="179" y="16"/>
                  </a:cubicBezTo>
                  <a:cubicBezTo>
                    <a:pt x="177" y="13"/>
                    <a:pt x="171" y="9"/>
                    <a:pt x="152" y="4"/>
                  </a:cubicBezTo>
                  <a:cubicBezTo>
                    <a:pt x="147" y="2"/>
                    <a:pt x="142" y="1"/>
                    <a:pt x="138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7" y="10"/>
                    <a:pt x="134" y="33"/>
                    <a:pt x="120" y="62"/>
                  </a:cubicBezTo>
                  <a:cubicBezTo>
                    <a:pt x="118" y="43"/>
                    <a:pt x="115" y="26"/>
                    <a:pt x="114" y="24"/>
                  </a:cubicBezTo>
                  <a:cubicBezTo>
                    <a:pt x="119" y="12"/>
                    <a:pt x="119" y="12"/>
                    <a:pt x="119" y="12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05" y="5"/>
                    <a:pt x="105" y="5"/>
                    <a:pt x="105" y="5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2" y="24"/>
                    <a:pt x="102" y="24"/>
                    <a:pt x="102" y="24"/>
                  </a:cubicBezTo>
                  <a:cubicBezTo>
                    <a:pt x="102" y="26"/>
                    <a:pt x="99" y="43"/>
                    <a:pt x="96" y="62"/>
                  </a:cubicBezTo>
                  <a:cubicBezTo>
                    <a:pt x="83" y="33"/>
                    <a:pt x="79" y="10"/>
                    <a:pt x="78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74" y="1"/>
                    <a:pt x="70" y="2"/>
                    <a:pt x="67" y="4"/>
                  </a:cubicBezTo>
                  <a:cubicBezTo>
                    <a:pt x="55" y="8"/>
                    <a:pt x="38" y="14"/>
                    <a:pt x="28" y="20"/>
                  </a:cubicBezTo>
                  <a:cubicBezTo>
                    <a:pt x="23" y="25"/>
                    <a:pt x="7" y="47"/>
                    <a:pt x="0" y="119"/>
                  </a:cubicBezTo>
                  <a:cubicBezTo>
                    <a:pt x="38" y="119"/>
                    <a:pt x="38" y="119"/>
                    <a:pt x="38" y="119"/>
                  </a:cubicBezTo>
                  <a:cubicBezTo>
                    <a:pt x="40" y="95"/>
                    <a:pt x="46" y="65"/>
                    <a:pt x="49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cxnSp>
        <p:nvCxnSpPr>
          <p:cNvPr id="48" name="直接连接符 47"/>
          <p:cNvCxnSpPr/>
          <p:nvPr/>
        </p:nvCxnSpPr>
        <p:spPr>
          <a:xfrm>
            <a:off x="2250440" y="736600"/>
            <a:ext cx="17145" cy="154749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327910" y="662305"/>
            <a:ext cx="51720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深蓝软件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50" name="直接连接符 49"/>
          <p:cNvCxnSpPr/>
          <p:nvPr/>
        </p:nvCxnSpPr>
        <p:spPr>
          <a:xfrm>
            <a:off x="2366645" y="1330325"/>
            <a:ext cx="4690110" cy="0"/>
          </a:xfrm>
          <a:prstGeom prst="line">
            <a:avLst/>
          </a:prstGeom>
          <a:ln w="19050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标题 4"/>
          <p:cNvSpPr txBox="1"/>
          <p:nvPr/>
        </p:nvSpPr>
        <p:spPr>
          <a:xfrm>
            <a:off x="2304338" y="1453362"/>
            <a:ext cx="3171906" cy="276517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35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135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努力成为中国软件的翘楚 </a:t>
            </a:r>
            <a:endParaRPr lang="en-US" altLang="zh-CN" sz="1350" b="1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2422574" y="1833767"/>
            <a:ext cx="2905313" cy="27977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57150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5" name="TextBox 7"/>
          <p:cNvSpPr>
            <a:spLocks noChangeArrowheads="1"/>
          </p:cNvSpPr>
          <p:nvPr/>
        </p:nvSpPr>
        <p:spPr bwMode="auto">
          <a:xfrm>
            <a:off x="2707261" y="1883852"/>
            <a:ext cx="2242682" cy="161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制作人</a:t>
            </a:r>
            <a:r>
              <a:rPr lang="zh-CN" altLang="en-US" sz="105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：深蓝学霸</a:t>
            </a:r>
            <a:endParaRPr lang="zh-CN" altLang="en-US" sz="105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2304338" y="1743413"/>
            <a:ext cx="468297" cy="468297"/>
            <a:chOff x="4333987" y="2362200"/>
            <a:chExt cx="2905011" cy="2905012"/>
          </a:xfrm>
          <a:gradFill>
            <a:gsLst>
              <a:gs pos="62000">
                <a:srgbClr val="C69135"/>
              </a:gs>
              <a:gs pos="34200">
                <a:srgbClr val="E6D38F"/>
              </a:gs>
              <a:gs pos="0">
                <a:srgbClr val="FCD860"/>
              </a:gs>
              <a:gs pos="100000">
                <a:srgbClr val="F1DF97"/>
              </a:gs>
            </a:gsLst>
            <a:lin ang="12000000" scaled="0"/>
          </a:gradFill>
          <a:effectLst>
            <a:outerShdw blurRad="177800" dist="889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57" name="任意多边形 56"/>
            <p:cNvSpPr/>
            <p:nvPr/>
          </p:nvSpPr>
          <p:spPr>
            <a:xfrm>
              <a:off x="4333987" y="2362200"/>
              <a:ext cx="2905011" cy="2905012"/>
            </a:xfrm>
            <a:custGeom>
              <a:avLst/>
              <a:gdLst>
                <a:gd name="connsiteX0" fmla="*/ 1452506 w 2905012"/>
                <a:gd name="connsiteY0" fmla="*/ 376181 h 2905012"/>
                <a:gd name="connsiteX1" fmla="*/ 376181 w 2905012"/>
                <a:gd name="connsiteY1" fmla="*/ 1452506 h 2905012"/>
                <a:gd name="connsiteX2" fmla="*/ 1452506 w 2905012"/>
                <a:gd name="connsiteY2" fmla="*/ 2528831 h 2905012"/>
                <a:gd name="connsiteX3" fmla="*/ 2528831 w 2905012"/>
                <a:gd name="connsiteY3" fmla="*/ 1452506 h 2905012"/>
                <a:gd name="connsiteX4" fmla="*/ 1452506 w 2905012"/>
                <a:gd name="connsiteY4" fmla="*/ 376181 h 2905012"/>
                <a:gd name="connsiteX5" fmla="*/ 1452506 w 2905012"/>
                <a:gd name="connsiteY5" fmla="*/ 0 h 2905012"/>
                <a:gd name="connsiteX6" fmla="*/ 1601017 w 2905012"/>
                <a:gd name="connsiteY6" fmla="*/ 7499 h 2905012"/>
                <a:gd name="connsiteX7" fmla="*/ 1643977 w 2905012"/>
                <a:gd name="connsiteY7" fmla="*/ 14056 h 2905012"/>
                <a:gd name="connsiteX8" fmla="*/ 1695533 w 2905012"/>
                <a:gd name="connsiteY8" fmla="*/ 284571 h 2905012"/>
                <a:gd name="connsiteX9" fmla="*/ 1769616 w 2905012"/>
                <a:gd name="connsiteY9" fmla="*/ 301003 h 2905012"/>
                <a:gd name="connsiteX10" fmla="*/ 1825934 w 2905012"/>
                <a:gd name="connsiteY10" fmla="*/ 319615 h 2905012"/>
                <a:gd name="connsiteX11" fmla="*/ 2006748 w 2905012"/>
                <a:gd name="connsiteY11" fmla="*/ 110068 h 2905012"/>
                <a:gd name="connsiteX12" fmla="*/ 2017887 w 2905012"/>
                <a:gd name="connsiteY12" fmla="*/ 114145 h 2905012"/>
                <a:gd name="connsiteX13" fmla="*/ 2264616 w 2905012"/>
                <a:gd name="connsiteY13" fmla="*/ 248065 h 2905012"/>
                <a:gd name="connsiteX14" fmla="*/ 2337523 w 2905012"/>
                <a:gd name="connsiteY14" fmla="*/ 302584 h 2905012"/>
                <a:gd name="connsiteX15" fmla="*/ 2247066 w 2905012"/>
                <a:gd name="connsiteY15" fmla="*/ 562199 h 2905012"/>
                <a:gd name="connsiteX16" fmla="*/ 2280217 w 2905012"/>
                <a:gd name="connsiteY16" fmla="*/ 591137 h 2905012"/>
                <a:gd name="connsiteX17" fmla="*/ 2343125 w 2905012"/>
                <a:gd name="connsiteY17" fmla="*/ 657838 h 2905012"/>
                <a:gd name="connsiteX18" fmla="*/ 2602428 w 2905012"/>
                <a:gd name="connsiteY18" fmla="*/ 567489 h 2905012"/>
                <a:gd name="connsiteX19" fmla="*/ 2656947 w 2905012"/>
                <a:gd name="connsiteY19" fmla="*/ 640396 h 2905012"/>
                <a:gd name="connsiteX20" fmla="*/ 2790867 w 2905012"/>
                <a:gd name="connsiteY20" fmla="*/ 887125 h 2905012"/>
                <a:gd name="connsiteX21" fmla="*/ 2794944 w 2905012"/>
                <a:gd name="connsiteY21" fmla="*/ 898265 h 2905012"/>
                <a:gd name="connsiteX22" fmla="*/ 2586495 w 2905012"/>
                <a:gd name="connsiteY22" fmla="*/ 1078131 h 2905012"/>
                <a:gd name="connsiteX23" fmla="*/ 2616181 w 2905012"/>
                <a:gd name="connsiteY23" fmla="*/ 1182468 h 2905012"/>
                <a:gd name="connsiteX24" fmla="*/ 2621126 w 2905012"/>
                <a:gd name="connsiteY24" fmla="*/ 1209611 h 2905012"/>
                <a:gd name="connsiteX25" fmla="*/ 2890957 w 2905012"/>
                <a:gd name="connsiteY25" fmla="*/ 1261036 h 2905012"/>
                <a:gd name="connsiteX26" fmla="*/ 2897513 w 2905012"/>
                <a:gd name="connsiteY26" fmla="*/ 1303996 h 2905012"/>
                <a:gd name="connsiteX27" fmla="*/ 2905012 w 2905012"/>
                <a:gd name="connsiteY27" fmla="*/ 1452506 h 2905012"/>
                <a:gd name="connsiteX28" fmla="*/ 2897513 w 2905012"/>
                <a:gd name="connsiteY28" fmla="*/ 1601016 h 2905012"/>
                <a:gd name="connsiteX29" fmla="*/ 2890957 w 2905012"/>
                <a:gd name="connsiteY29" fmla="*/ 1643977 h 2905012"/>
                <a:gd name="connsiteX30" fmla="*/ 2620440 w 2905012"/>
                <a:gd name="connsiteY30" fmla="*/ 1695533 h 2905012"/>
                <a:gd name="connsiteX31" fmla="*/ 2604008 w 2905012"/>
                <a:gd name="connsiteY31" fmla="*/ 1769614 h 2905012"/>
                <a:gd name="connsiteX32" fmla="*/ 2585396 w 2905012"/>
                <a:gd name="connsiteY32" fmla="*/ 1825933 h 2905012"/>
                <a:gd name="connsiteX33" fmla="*/ 2794944 w 2905012"/>
                <a:gd name="connsiteY33" fmla="*/ 2006748 h 2905012"/>
                <a:gd name="connsiteX34" fmla="*/ 2790867 w 2905012"/>
                <a:gd name="connsiteY34" fmla="*/ 2017887 h 2905012"/>
                <a:gd name="connsiteX35" fmla="*/ 2656947 w 2905012"/>
                <a:gd name="connsiteY35" fmla="*/ 2264616 h 2905012"/>
                <a:gd name="connsiteX36" fmla="*/ 2602428 w 2905012"/>
                <a:gd name="connsiteY36" fmla="*/ 2337523 h 2905012"/>
                <a:gd name="connsiteX37" fmla="*/ 2342811 w 2905012"/>
                <a:gd name="connsiteY37" fmla="*/ 2247065 h 2905012"/>
                <a:gd name="connsiteX38" fmla="*/ 2313875 w 2905012"/>
                <a:gd name="connsiteY38" fmla="*/ 2280215 h 2905012"/>
                <a:gd name="connsiteX39" fmla="*/ 2247174 w 2905012"/>
                <a:gd name="connsiteY39" fmla="*/ 2343123 h 2905012"/>
                <a:gd name="connsiteX40" fmla="*/ 2337523 w 2905012"/>
                <a:gd name="connsiteY40" fmla="*/ 2602428 h 2905012"/>
                <a:gd name="connsiteX41" fmla="*/ 2264616 w 2905012"/>
                <a:gd name="connsiteY41" fmla="*/ 2656947 h 2905012"/>
                <a:gd name="connsiteX42" fmla="*/ 2017887 w 2905012"/>
                <a:gd name="connsiteY42" fmla="*/ 2790867 h 2905012"/>
                <a:gd name="connsiteX43" fmla="*/ 2006748 w 2905012"/>
                <a:gd name="connsiteY43" fmla="*/ 2794944 h 2905012"/>
                <a:gd name="connsiteX44" fmla="*/ 1826880 w 2905012"/>
                <a:gd name="connsiteY44" fmla="*/ 2586493 h 2905012"/>
                <a:gd name="connsiteX45" fmla="*/ 1722544 w 2905012"/>
                <a:gd name="connsiteY45" fmla="*/ 2616179 h 2905012"/>
                <a:gd name="connsiteX46" fmla="*/ 1695403 w 2905012"/>
                <a:gd name="connsiteY46" fmla="*/ 2621123 h 2905012"/>
                <a:gd name="connsiteX47" fmla="*/ 1643977 w 2905012"/>
                <a:gd name="connsiteY47" fmla="*/ 2890957 h 2905012"/>
                <a:gd name="connsiteX48" fmla="*/ 1601017 w 2905012"/>
                <a:gd name="connsiteY48" fmla="*/ 2897513 h 2905012"/>
                <a:gd name="connsiteX49" fmla="*/ 1452506 w 2905012"/>
                <a:gd name="connsiteY49" fmla="*/ 2905012 h 2905012"/>
                <a:gd name="connsiteX50" fmla="*/ 1303996 w 2905012"/>
                <a:gd name="connsiteY50" fmla="*/ 2897513 h 2905012"/>
                <a:gd name="connsiteX51" fmla="*/ 1261036 w 2905012"/>
                <a:gd name="connsiteY51" fmla="*/ 2890957 h 2905012"/>
                <a:gd name="connsiteX52" fmla="*/ 1209479 w 2905012"/>
                <a:gd name="connsiteY52" fmla="*/ 2620437 h 2905012"/>
                <a:gd name="connsiteX53" fmla="*/ 1135396 w 2905012"/>
                <a:gd name="connsiteY53" fmla="*/ 2604005 h 2905012"/>
                <a:gd name="connsiteX54" fmla="*/ 1079081 w 2905012"/>
                <a:gd name="connsiteY54" fmla="*/ 2585394 h 2905012"/>
                <a:gd name="connsiteX55" fmla="*/ 898265 w 2905012"/>
                <a:gd name="connsiteY55" fmla="*/ 2794944 h 2905012"/>
                <a:gd name="connsiteX56" fmla="*/ 887125 w 2905012"/>
                <a:gd name="connsiteY56" fmla="*/ 2790867 h 2905012"/>
                <a:gd name="connsiteX57" fmla="*/ 640396 w 2905012"/>
                <a:gd name="connsiteY57" fmla="*/ 2656947 h 2905012"/>
                <a:gd name="connsiteX58" fmla="*/ 567489 w 2905012"/>
                <a:gd name="connsiteY58" fmla="*/ 2602428 h 2905012"/>
                <a:gd name="connsiteX59" fmla="*/ 657947 w 2905012"/>
                <a:gd name="connsiteY59" fmla="*/ 2342810 h 2905012"/>
                <a:gd name="connsiteX60" fmla="*/ 624796 w 2905012"/>
                <a:gd name="connsiteY60" fmla="*/ 2313872 h 2905012"/>
                <a:gd name="connsiteX61" fmla="*/ 561890 w 2905012"/>
                <a:gd name="connsiteY61" fmla="*/ 2247174 h 2905012"/>
                <a:gd name="connsiteX62" fmla="*/ 302584 w 2905012"/>
                <a:gd name="connsiteY62" fmla="*/ 2337523 h 2905012"/>
                <a:gd name="connsiteX63" fmla="*/ 248066 w 2905012"/>
                <a:gd name="connsiteY63" fmla="*/ 2264616 h 2905012"/>
                <a:gd name="connsiteX64" fmla="*/ 114145 w 2905012"/>
                <a:gd name="connsiteY64" fmla="*/ 2017887 h 2905012"/>
                <a:gd name="connsiteX65" fmla="*/ 110068 w 2905012"/>
                <a:gd name="connsiteY65" fmla="*/ 2006748 h 2905012"/>
                <a:gd name="connsiteX66" fmla="*/ 318519 w 2905012"/>
                <a:gd name="connsiteY66" fmla="*/ 1826880 h 2905012"/>
                <a:gd name="connsiteX67" fmla="*/ 288831 w 2905012"/>
                <a:gd name="connsiteY67" fmla="*/ 1722541 h 2905012"/>
                <a:gd name="connsiteX68" fmla="*/ 283887 w 2905012"/>
                <a:gd name="connsiteY68" fmla="*/ 1695402 h 2905012"/>
                <a:gd name="connsiteX69" fmla="*/ 14056 w 2905012"/>
                <a:gd name="connsiteY69" fmla="*/ 1643977 h 2905012"/>
                <a:gd name="connsiteX70" fmla="*/ 7499 w 2905012"/>
                <a:gd name="connsiteY70" fmla="*/ 1601016 h 2905012"/>
                <a:gd name="connsiteX71" fmla="*/ 0 w 2905012"/>
                <a:gd name="connsiteY71" fmla="*/ 1452506 h 2905012"/>
                <a:gd name="connsiteX72" fmla="*/ 7499 w 2905012"/>
                <a:gd name="connsiteY72" fmla="*/ 1303996 h 2905012"/>
                <a:gd name="connsiteX73" fmla="*/ 14056 w 2905012"/>
                <a:gd name="connsiteY73" fmla="*/ 1261036 h 2905012"/>
                <a:gd name="connsiteX74" fmla="*/ 284572 w 2905012"/>
                <a:gd name="connsiteY74" fmla="*/ 1209480 h 2905012"/>
                <a:gd name="connsiteX75" fmla="*/ 301005 w 2905012"/>
                <a:gd name="connsiteY75" fmla="*/ 1135394 h 2905012"/>
                <a:gd name="connsiteX76" fmla="*/ 319616 w 2905012"/>
                <a:gd name="connsiteY76" fmla="*/ 1079079 h 2905012"/>
                <a:gd name="connsiteX77" fmla="*/ 110068 w 2905012"/>
                <a:gd name="connsiteY77" fmla="*/ 898264 h 2905012"/>
                <a:gd name="connsiteX78" fmla="*/ 114145 w 2905012"/>
                <a:gd name="connsiteY78" fmla="*/ 887125 h 2905012"/>
                <a:gd name="connsiteX79" fmla="*/ 248066 w 2905012"/>
                <a:gd name="connsiteY79" fmla="*/ 640396 h 2905012"/>
                <a:gd name="connsiteX80" fmla="*/ 302584 w 2905012"/>
                <a:gd name="connsiteY80" fmla="*/ 567489 h 2905012"/>
                <a:gd name="connsiteX81" fmla="*/ 562199 w 2905012"/>
                <a:gd name="connsiteY81" fmla="*/ 657946 h 2905012"/>
                <a:gd name="connsiteX82" fmla="*/ 591138 w 2905012"/>
                <a:gd name="connsiteY82" fmla="*/ 624794 h 2905012"/>
                <a:gd name="connsiteX83" fmla="*/ 657838 w 2905012"/>
                <a:gd name="connsiteY83" fmla="*/ 561888 h 2905012"/>
                <a:gd name="connsiteX84" fmla="*/ 567489 w 2905012"/>
                <a:gd name="connsiteY84" fmla="*/ 302584 h 2905012"/>
                <a:gd name="connsiteX85" fmla="*/ 640396 w 2905012"/>
                <a:gd name="connsiteY85" fmla="*/ 248065 h 2905012"/>
                <a:gd name="connsiteX86" fmla="*/ 887125 w 2905012"/>
                <a:gd name="connsiteY86" fmla="*/ 114145 h 2905012"/>
                <a:gd name="connsiteX87" fmla="*/ 898265 w 2905012"/>
                <a:gd name="connsiteY87" fmla="*/ 110068 h 2905012"/>
                <a:gd name="connsiteX88" fmla="*/ 1078131 w 2905012"/>
                <a:gd name="connsiteY88" fmla="*/ 318516 h 2905012"/>
                <a:gd name="connsiteX89" fmla="*/ 1182469 w 2905012"/>
                <a:gd name="connsiteY89" fmla="*/ 288830 h 2905012"/>
                <a:gd name="connsiteX90" fmla="*/ 1209611 w 2905012"/>
                <a:gd name="connsiteY90" fmla="*/ 283886 h 2905012"/>
                <a:gd name="connsiteX91" fmla="*/ 1261036 w 2905012"/>
                <a:gd name="connsiteY91" fmla="*/ 14056 h 2905012"/>
                <a:gd name="connsiteX92" fmla="*/ 1303996 w 2905012"/>
                <a:gd name="connsiteY92" fmla="*/ 7499 h 2905012"/>
                <a:gd name="connsiteX93" fmla="*/ 1452506 w 2905012"/>
                <a:gd name="connsiteY93" fmla="*/ 0 h 2905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2905012" h="2905012">
                  <a:moveTo>
                    <a:pt x="1452506" y="376181"/>
                  </a:moveTo>
                  <a:cubicBezTo>
                    <a:pt x="858068" y="376181"/>
                    <a:pt x="376181" y="858068"/>
                    <a:pt x="376181" y="1452506"/>
                  </a:cubicBezTo>
                  <a:cubicBezTo>
                    <a:pt x="376181" y="2046944"/>
                    <a:pt x="858068" y="2528831"/>
                    <a:pt x="1452506" y="2528831"/>
                  </a:cubicBezTo>
                  <a:cubicBezTo>
                    <a:pt x="2046944" y="2528831"/>
                    <a:pt x="2528831" y="2046944"/>
                    <a:pt x="2528831" y="1452506"/>
                  </a:cubicBezTo>
                  <a:cubicBezTo>
                    <a:pt x="2528831" y="858068"/>
                    <a:pt x="2046944" y="376181"/>
                    <a:pt x="1452506" y="376181"/>
                  </a:cubicBezTo>
                  <a:close/>
                  <a:moveTo>
                    <a:pt x="1452506" y="0"/>
                  </a:moveTo>
                  <a:cubicBezTo>
                    <a:pt x="1502644" y="0"/>
                    <a:pt x="1552188" y="2540"/>
                    <a:pt x="1601017" y="7499"/>
                  </a:cubicBezTo>
                  <a:lnTo>
                    <a:pt x="1643977" y="14056"/>
                  </a:lnTo>
                  <a:lnTo>
                    <a:pt x="1695533" y="284571"/>
                  </a:lnTo>
                  <a:lnTo>
                    <a:pt x="1769616" y="301003"/>
                  </a:lnTo>
                  <a:lnTo>
                    <a:pt x="1825934" y="319615"/>
                  </a:lnTo>
                  <a:lnTo>
                    <a:pt x="2006748" y="110068"/>
                  </a:lnTo>
                  <a:lnTo>
                    <a:pt x="2017887" y="114145"/>
                  </a:lnTo>
                  <a:cubicBezTo>
                    <a:pt x="2104775" y="150896"/>
                    <a:pt x="2187342" y="195860"/>
                    <a:pt x="2264616" y="248065"/>
                  </a:cubicBezTo>
                  <a:lnTo>
                    <a:pt x="2337523" y="302584"/>
                  </a:lnTo>
                  <a:lnTo>
                    <a:pt x="2247066" y="562199"/>
                  </a:lnTo>
                  <a:lnTo>
                    <a:pt x="2280217" y="591137"/>
                  </a:lnTo>
                  <a:lnTo>
                    <a:pt x="2343125" y="657838"/>
                  </a:lnTo>
                  <a:lnTo>
                    <a:pt x="2602428" y="567489"/>
                  </a:lnTo>
                  <a:lnTo>
                    <a:pt x="2656947" y="640396"/>
                  </a:lnTo>
                  <a:cubicBezTo>
                    <a:pt x="2709152" y="717670"/>
                    <a:pt x="2754117" y="800238"/>
                    <a:pt x="2790867" y="887125"/>
                  </a:cubicBezTo>
                  <a:lnTo>
                    <a:pt x="2794944" y="898265"/>
                  </a:lnTo>
                  <a:lnTo>
                    <a:pt x="2586495" y="1078131"/>
                  </a:lnTo>
                  <a:lnTo>
                    <a:pt x="2616181" y="1182468"/>
                  </a:lnTo>
                  <a:lnTo>
                    <a:pt x="2621126" y="1209611"/>
                  </a:lnTo>
                  <a:lnTo>
                    <a:pt x="2890957" y="1261036"/>
                  </a:lnTo>
                  <a:lnTo>
                    <a:pt x="2897513" y="1303996"/>
                  </a:lnTo>
                  <a:cubicBezTo>
                    <a:pt x="2902472" y="1352825"/>
                    <a:pt x="2905012" y="1402369"/>
                    <a:pt x="2905012" y="1452506"/>
                  </a:cubicBezTo>
                  <a:cubicBezTo>
                    <a:pt x="2905012" y="1502643"/>
                    <a:pt x="2902472" y="1552187"/>
                    <a:pt x="2897513" y="1601016"/>
                  </a:cubicBezTo>
                  <a:lnTo>
                    <a:pt x="2890957" y="1643977"/>
                  </a:lnTo>
                  <a:lnTo>
                    <a:pt x="2620440" y="1695533"/>
                  </a:lnTo>
                  <a:lnTo>
                    <a:pt x="2604008" y="1769614"/>
                  </a:lnTo>
                  <a:lnTo>
                    <a:pt x="2585396" y="1825933"/>
                  </a:lnTo>
                  <a:lnTo>
                    <a:pt x="2794944" y="2006748"/>
                  </a:lnTo>
                  <a:lnTo>
                    <a:pt x="2790867" y="2017887"/>
                  </a:lnTo>
                  <a:cubicBezTo>
                    <a:pt x="2754117" y="2104775"/>
                    <a:pt x="2709152" y="2187342"/>
                    <a:pt x="2656947" y="2264616"/>
                  </a:cubicBezTo>
                  <a:lnTo>
                    <a:pt x="2602428" y="2337523"/>
                  </a:lnTo>
                  <a:lnTo>
                    <a:pt x="2342811" y="2247065"/>
                  </a:lnTo>
                  <a:lnTo>
                    <a:pt x="2313875" y="2280215"/>
                  </a:lnTo>
                  <a:lnTo>
                    <a:pt x="2247174" y="2343123"/>
                  </a:lnTo>
                  <a:lnTo>
                    <a:pt x="2337523" y="2602428"/>
                  </a:lnTo>
                  <a:lnTo>
                    <a:pt x="2264616" y="2656947"/>
                  </a:lnTo>
                  <a:cubicBezTo>
                    <a:pt x="2187342" y="2709152"/>
                    <a:pt x="2104775" y="2754117"/>
                    <a:pt x="2017887" y="2790867"/>
                  </a:cubicBezTo>
                  <a:lnTo>
                    <a:pt x="2006748" y="2794944"/>
                  </a:lnTo>
                  <a:lnTo>
                    <a:pt x="1826880" y="2586493"/>
                  </a:lnTo>
                  <a:lnTo>
                    <a:pt x="1722544" y="2616179"/>
                  </a:lnTo>
                  <a:lnTo>
                    <a:pt x="1695403" y="2621123"/>
                  </a:lnTo>
                  <a:lnTo>
                    <a:pt x="1643977" y="2890957"/>
                  </a:lnTo>
                  <a:lnTo>
                    <a:pt x="1601017" y="2897513"/>
                  </a:lnTo>
                  <a:cubicBezTo>
                    <a:pt x="1552188" y="2902472"/>
                    <a:pt x="1502644" y="2905012"/>
                    <a:pt x="1452506" y="2905012"/>
                  </a:cubicBezTo>
                  <a:cubicBezTo>
                    <a:pt x="1402369" y="2905012"/>
                    <a:pt x="1352825" y="2902472"/>
                    <a:pt x="1303996" y="2897513"/>
                  </a:cubicBezTo>
                  <a:lnTo>
                    <a:pt x="1261036" y="2890957"/>
                  </a:lnTo>
                  <a:lnTo>
                    <a:pt x="1209479" y="2620437"/>
                  </a:lnTo>
                  <a:lnTo>
                    <a:pt x="1135396" y="2604005"/>
                  </a:lnTo>
                  <a:lnTo>
                    <a:pt x="1079081" y="2585394"/>
                  </a:lnTo>
                  <a:lnTo>
                    <a:pt x="898265" y="2794944"/>
                  </a:lnTo>
                  <a:lnTo>
                    <a:pt x="887125" y="2790867"/>
                  </a:lnTo>
                  <a:cubicBezTo>
                    <a:pt x="800238" y="2754117"/>
                    <a:pt x="717670" y="2709152"/>
                    <a:pt x="640396" y="2656947"/>
                  </a:cubicBezTo>
                  <a:lnTo>
                    <a:pt x="567489" y="2602428"/>
                  </a:lnTo>
                  <a:lnTo>
                    <a:pt x="657947" y="2342810"/>
                  </a:lnTo>
                  <a:lnTo>
                    <a:pt x="624796" y="2313872"/>
                  </a:lnTo>
                  <a:lnTo>
                    <a:pt x="561890" y="2247174"/>
                  </a:lnTo>
                  <a:lnTo>
                    <a:pt x="302584" y="2337523"/>
                  </a:lnTo>
                  <a:lnTo>
                    <a:pt x="248066" y="2264616"/>
                  </a:lnTo>
                  <a:cubicBezTo>
                    <a:pt x="195860" y="2187342"/>
                    <a:pt x="150896" y="2104775"/>
                    <a:pt x="114145" y="2017887"/>
                  </a:cubicBezTo>
                  <a:lnTo>
                    <a:pt x="110068" y="2006748"/>
                  </a:lnTo>
                  <a:lnTo>
                    <a:pt x="318519" y="1826880"/>
                  </a:lnTo>
                  <a:lnTo>
                    <a:pt x="288831" y="1722541"/>
                  </a:lnTo>
                  <a:lnTo>
                    <a:pt x="283887" y="1695402"/>
                  </a:lnTo>
                  <a:lnTo>
                    <a:pt x="14056" y="1643977"/>
                  </a:lnTo>
                  <a:lnTo>
                    <a:pt x="7499" y="1601016"/>
                  </a:lnTo>
                  <a:cubicBezTo>
                    <a:pt x="2541" y="1552187"/>
                    <a:pt x="0" y="1502643"/>
                    <a:pt x="0" y="1452506"/>
                  </a:cubicBezTo>
                  <a:cubicBezTo>
                    <a:pt x="0" y="1402369"/>
                    <a:pt x="2541" y="1352825"/>
                    <a:pt x="7499" y="1303996"/>
                  </a:cubicBezTo>
                  <a:lnTo>
                    <a:pt x="14056" y="1261036"/>
                  </a:lnTo>
                  <a:lnTo>
                    <a:pt x="284572" y="1209480"/>
                  </a:lnTo>
                  <a:lnTo>
                    <a:pt x="301005" y="1135394"/>
                  </a:lnTo>
                  <a:lnTo>
                    <a:pt x="319616" y="1079079"/>
                  </a:lnTo>
                  <a:lnTo>
                    <a:pt x="110068" y="898264"/>
                  </a:lnTo>
                  <a:lnTo>
                    <a:pt x="114145" y="887125"/>
                  </a:lnTo>
                  <a:cubicBezTo>
                    <a:pt x="150896" y="800238"/>
                    <a:pt x="195860" y="717670"/>
                    <a:pt x="248066" y="640396"/>
                  </a:cubicBezTo>
                  <a:lnTo>
                    <a:pt x="302584" y="567489"/>
                  </a:lnTo>
                  <a:lnTo>
                    <a:pt x="562199" y="657946"/>
                  </a:lnTo>
                  <a:lnTo>
                    <a:pt x="591138" y="624794"/>
                  </a:lnTo>
                  <a:lnTo>
                    <a:pt x="657838" y="561888"/>
                  </a:lnTo>
                  <a:lnTo>
                    <a:pt x="567489" y="302584"/>
                  </a:lnTo>
                  <a:lnTo>
                    <a:pt x="640396" y="248065"/>
                  </a:lnTo>
                  <a:cubicBezTo>
                    <a:pt x="717670" y="195860"/>
                    <a:pt x="800238" y="150896"/>
                    <a:pt x="887125" y="114145"/>
                  </a:cubicBezTo>
                  <a:lnTo>
                    <a:pt x="898265" y="110068"/>
                  </a:lnTo>
                  <a:lnTo>
                    <a:pt x="1078131" y="318516"/>
                  </a:lnTo>
                  <a:lnTo>
                    <a:pt x="1182469" y="288830"/>
                  </a:lnTo>
                  <a:lnTo>
                    <a:pt x="1209611" y="283886"/>
                  </a:lnTo>
                  <a:lnTo>
                    <a:pt x="1261036" y="14056"/>
                  </a:lnTo>
                  <a:lnTo>
                    <a:pt x="1303996" y="7499"/>
                  </a:lnTo>
                  <a:cubicBezTo>
                    <a:pt x="1352825" y="2540"/>
                    <a:pt x="1402369" y="0"/>
                    <a:pt x="1452506" y="0"/>
                  </a:cubicBezTo>
                  <a:close/>
                </a:path>
              </a:pathLst>
            </a:cu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58" name="椭圆 57"/>
            <p:cNvSpPr/>
            <p:nvPr/>
          </p:nvSpPr>
          <p:spPr>
            <a:xfrm>
              <a:off x="4710168" y="2738381"/>
              <a:ext cx="2152649" cy="2152650"/>
            </a:xfrm>
            <a:prstGeom prst="ellipse">
              <a:avLst/>
            </a:prstGeom>
            <a:grpFill/>
            <a:ln w="19050">
              <a:gradFill>
                <a:gsLst>
                  <a:gs pos="100000">
                    <a:schemeClr val="accent1">
                      <a:lumMod val="5000"/>
                      <a:lumOff val="95000"/>
                    </a:schemeClr>
                  </a:gs>
                  <a:gs pos="0">
                    <a:srgbClr val="EEEEEE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59" name="椭圆 58"/>
            <p:cNvSpPr/>
            <p:nvPr/>
          </p:nvSpPr>
          <p:spPr>
            <a:xfrm>
              <a:off x="4710169" y="2738382"/>
              <a:ext cx="2152650" cy="215264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sp>
        <p:nvSpPr>
          <p:cNvPr id="60" name="矩形 90"/>
          <p:cNvSpPr/>
          <p:nvPr/>
        </p:nvSpPr>
        <p:spPr>
          <a:xfrm>
            <a:off x="-27507" y="3034330"/>
            <a:ext cx="9188822" cy="2129483"/>
          </a:xfrm>
          <a:custGeom>
            <a:avLst/>
            <a:gdLst>
              <a:gd name="connsiteX0" fmla="*/ 0 w 12254953"/>
              <a:gd name="connsiteY0" fmla="*/ 0 h 2183753"/>
              <a:gd name="connsiteX1" fmla="*/ 12254953 w 12254953"/>
              <a:gd name="connsiteY1" fmla="*/ 0 h 2183753"/>
              <a:gd name="connsiteX2" fmla="*/ 12254953 w 12254953"/>
              <a:gd name="connsiteY2" fmla="*/ 2183753 h 2183753"/>
              <a:gd name="connsiteX3" fmla="*/ 0 w 12254953"/>
              <a:gd name="connsiteY3" fmla="*/ 2183753 h 2183753"/>
              <a:gd name="connsiteX4" fmla="*/ 0 w 12254953"/>
              <a:gd name="connsiteY4" fmla="*/ 0 h 2183753"/>
              <a:gd name="connsiteX0-1" fmla="*/ 0 w 12254953"/>
              <a:gd name="connsiteY0-2" fmla="*/ 0 h 2183753"/>
              <a:gd name="connsiteX1-3" fmla="*/ 5904086 w 12254953"/>
              <a:gd name="connsiteY1-4" fmla="*/ 998 h 2183753"/>
              <a:gd name="connsiteX2-5" fmla="*/ 12254953 w 12254953"/>
              <a:gd name="connsiteY2-6" fmla="*/ 0 h 2183753"/>
              <a:gd name="connsiteX3-7" fmla="*/ 12254953 w 12254953"/>
              <a:gd name="connsiteY3-8" fmla="*/ 2183753 h 2183753"/>
              <a:gd name="connsiteX4-9" fmla="*/ 0 w 12254953"/>
              <a:gd name="connsiteY4-10" fmla="*/ 2183753 h 2183753"/>
              <a:gd name="connsiteX5" fmla="*/ 0 w 12254953"/>
              <a:gd name="connsiteY5" fmla="*/ 0 h 2183753"/>
              <a:gd name="connsiteX0-11" fmla="*/ 0 w 12254953"/>
              <a:gd name="connsiteY0-12" fmla="*/ 2631 h 2186384"/>
              <a:gd name="connsiteX1-13" fmla="*/ 5904086 w 12254953"/>
              <a:gd name="connsiteY1-14" fmla="*/ 3629 h 2186384"/>
              <a:gd name="connsiteX2-15" fmla="*/ 6346772 w 12254953"/>
              <a:gd name="connsiteY2-16" fmla="*/ 0 h 2186384"/>
              <a:gd name="connsiteX3-17" fmla="*/ 12254953 w 12254953"/>
              <a:gd name="connsiteY3-18" fmla="*/ 2631 h 2186384"/>
              <a:gd name="connsiteX4-19" fmla="*/ 12254953 w 12254953"/>
              <a:gd name="connsiteY4-20" fmla="*/ 2186384 h 2186384"/>
              <a:gd name="connsiteX5-21" fmla="*/ 0 w 12254953"/>
              <a:gd name="connsiteY5-22" fmla="*/ 2186384 h 2186384"/>
              <a:gd name="connsiteX6" fmla="*/ 0 w 12254953"/>
              <a:gd name="connsiteY6" fmla="*/ 2631 h 2186384"/>
              <a:gd name="connsiteX0-23" fmla="*/ 0 w 12254953"/>
              <a:gd name="connsiteY0-24" fmla="*/ 2631 h 2186384"/>
              <a:gd name="connsiteX1-25" fmla="*/ 5904086 w 12254953"/>
              <a:gd name="connsiteY1-26" fmla="*/ 3629 h 2186384"/>
              <a:gd name="connsiteX2-27" fmla="*/ 6118172 w 12254953"/>
              <a:gd name="connsiteY2-28" fmla="*/ 0 h 2186384"/>
              <a:gd name="connsiteX3-29" fmla="*/ 6346772 w 12254953"/>
              <a:gd name="connsiteY3-30" fmla="*/ 0 h 2186384"/>
              <a:gd name="connsiteX4-31" fmla="*/ 12254953 w 12254953"/>
              <a:gd name="connsiteY4-32" fmla="*/ 2631 h 2186384"/>
              <a:gd name="connsiteX5-33" fmla="*/ 12254953 w 12254953"/>
              <a:gd name="connsiteY5-34" fmla="*/ 2186384 h 2186384"/>
              <a:gd name="connsiteX6-35" fmla="*/ 0 w 12254953"/>
              <a:gd name="connsiteY6-36" fmla="*/ 2186384 h 2186384"/>
              <a:gd name="connsiteX7" fmla="*/ 0 w 12254953"/>
              <a:gd name="connsiteY7" fmla="*/ 2631 h 2186384"/>
              <a:gd name="connsiteX0-37" fmla="*/ 0 w 12254953"/>
              <a:gd name="connsiteY0-38" fmla="*/ 2631 h 2186384"/>
              <a:gd name="connsiteX1-39" fmla="*/ 5904086 w 12254953"/>
              <a:gd name="connsiteY1-40" fmla="*/ 3629 h 2186384"/>
              <a:gd name="connsiteX2-41" fmla="*/ 6132686 w 12254953"/>
              <a:gd name="connsiteY2-42" fmla="*/ 399143 h 2186384"/>
              <a:gd name="connsiteX3-43" fmla="*/ 6346772 w 12254953"/>
              <a:gd name="connsiteY3-44" fmla="*/ 0 h 2186384"/>
              <a:gd name="connsiteX4-45" fmla="*/ 12254953 w 12254953"/>
              <a:gd name="connsiteY4-46" fmla="*/ 2631 h 2186384"/>
              <a:gd name="connsiteX5-47" fmla="*/ 12254953 w 12254953"/>
              <a:gd name="connsiteY5-48" fmla="*/ 2186384 h 2186384"/>
              <a:gd name="connsiteX6-49" fmla="*/ 0 w 12254953"/>
              <a:gd name="connsiteY6-50" fmla="*/ 2186384 h 2186384"/>
              <a:gd name="connsiteX7-51" fmla="*/ 0 w 12254953"/>
              <a:gd name="connsiteY7-52" fmla="*/ 2631 h 2186384"/>
              <a:gd name="connsiteX0-53" fmla="*/ 0 w 12254953"/>
              <a:gd name="connsiteY0-54" fmla="*/ 2631 h 2186384"/>
              <a:gd name="connsiteX1-55" fmla="*/ 5904086 w 12254953"/>
              <a:gd name="connsiteY1-56" fmla="*/ 3629 h 2186384"/>
              <a:gd name="connsiteX2-57" fmla="*/ 6119807 w 12254953"/>
              <a:gd name="connsiteY2-58" fmla="*/ 250422 h 2186384"/>
              <a:gd name="connsiteX3-59" fmla="*/ 6346772 w 12254953"/>
              <a:gd name="connsiteY3-60" fmla="*/ 0 h 2186384"/>
              <a:gd name="connsiteX4-61" fmla="*/ 12254953 w 12254953"/>
              <a:gd name="connsiteY4-62" fmla="*/ 2631 h 2186384"/>
              <a:gd name="connsiteX5-63" fmla="*/ 12254953 w 12254953"/>
              <a:gd name="connsiteY5-64" fmla="*/ 2186384 h 2186384"/>
              <a:gd name="connsiteX6-65" fmla="*/ 0 w 12254953"/>
              <a:gd name="connsiteY6-66" fmla="*/ 2186384 h 2186384"/>
              <a:gd name="connsiteX7-67" fmla="*/ 0 w 12254953"/>
              <a:gd name="connsiteY7-68" fmla="*/ 2631 h 21863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12254953" h="2186384">
                <a:moveTo>
                  <a:pt x="0" y="2631"/>
                </a:moveTo>
                <a:lnTo>
                  <a:pt x="5904086" y="3629"/>
                </a:lnTo>
                <a:lnTo>
                  <a:pt x="6119807" y="250422"/>
                </a:lnTo>
                <a:lnTo>
                  <a:pt x="6346772" y="0"/>
                </a:lnTo>
                <a:lnTo>
                  <a:pt x="12254953" y="2631"/>
                </a:lnTo>
                <a:lnTo>
                  <a:pt x="12254953" y="2186384"/>
                </a:lnTo>
                <a:lnTo>
                  <a:pt x="0" y="2186384"/>
                </a:lnTo>
                <a:lnTo>
                  <a:pt x="0" y="2631"/>
                </a:ln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4200000" scaled="0"/>
          </a:gradFill>
          <a:ln>
            <a:noFill/>
          </a:ln>
          <a:effectLst>
            <a:outerShdw blurRad="1143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2052" name="图片 2051" descr="卡通遨游太空汇报模板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5221605" y="1504950"/>
            <a:ext cx="3817620" cy="321183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4" name="直接连接符 33"/>
          <p:cNvCxnSpPr/>
          <p:nvPr/>
        </p:nvCxnSpPr>
        <p:spPr>
          <a:xfrm>
            <a:off x="2327786" y="1568972"/>
            <a:ext cx="38378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/>
        </p:nvCxnSpPr>
        <p:spPr>
          <a:xfrm>
            <a:off x="4722371" y="1568972"/>
            <a:ext cx="38378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 tmFilter="0,0; .5, 1; 1, 1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0"/>
                            </p:stCondLst>
                            <p:childTnLst>
                              <p:par>
                                <p:cTn id="4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ldLvl="0" animBg="1"/>
      <p:bldP spid="36" grpId="0" bldLvl="0" animBg="1"/>
      <p:bldP spid="49" grpId="0"/>
      <p:bldP spid="51" grpId="0"/>
      <p:bldP spid="54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1963420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JavaScript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概述</a:t>
            </a:r>
            <a:endParaRPr lang="zh-CN" altLang="en-US" b="1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936074" y="3343896"/>
            <a:ext cx="3225240" cy="1706947"/>
            <a:chOff x="5917425" y="3435846"/>
            <a:chExt cx="3226575" cy="1707654"/>
          </a:xfrm>
        </p:grpSpPr>
        <p:pic>
          <p:nvPicPr>
            <p:cNvPr id="16" name="Picture 2"/>
            <p:cNvPicPr>
              <a:picLocks noChangeAspect="1" noChangeArrowheads="1"/>
            </p:cNvPicPr>
            <p:nvPr/>
          </p:nvPicPr>
          <p:blipFill rotWithShape="1">
            <a:blip r:embed="rId1" cstate="screen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7425" y="3435846"/>
              <a:ext cx="3226575" cy="17076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7" name="Picture 2"/>
            <p:cNvPicPr>
              <a:picLocks noChangeAspect="1" noChangeArrowheads="1"/>
            </p:cNvPicPr>
            <p:nvPr/>
          </p:nvPicPr>
          <p:blipFill rotWithShape="1">
            <a:blip r:embed="rId1" cstate="screen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7425" y="3435846"/>
              <a:ext cx="3226575" cy="17076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8" name="组合 17"/>
          <p:cNvGrpSpPr/>
          <p:nvPr/>
        </p:nvGrpSpPr>
        <p:grpSpPr>
          <a:xfrm>
            <a:off x="1439832" y="917998"/>
            <a:ext cx="6231894" cy="3759253"/>
            <a:chOff x="2034703" y="1151662"/>
            <a:chExt cx="7807300" cy="5013642"/>
          </a:xfrm>
        </p:grpSpPr>
        <p:sp>
          <p:nvSpPr>
            <p:cNvPr id="19" name="圆角矩形 18"/>
            <p:cNvSpPr/>
            <p:nvPr/>
          </p:nvSpPr>
          <p:spPr>
            <a:xfrm>
              <a:off x="2034703" y="1151664"/>
              <a:ext cx="7807300" cy="5013640"/>
            </a:xfrm>
            <a:prstGeom prst="roundRect">
              <a:avLst>
                <a:gd name="adj" fmla="val 1621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  <a:effectLst>
              <a:outerShdw blurRad="381000" dist="1270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>
                <a:rot lat="0" lon="0" rev="0"/>
              </a:lightRig>
            </a:scene3d>
            <a:sp3d prstMaterial="softEdge">
              <a:bevelT w="254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" name="梯形 19"/>
            <p:cNvSpPr/>
            <p:nvPr/>
          </p:nvSpPr>
          <p:spPr>
            <a:xfrm rot="16200000">
              <a:off x="-264305" y="3595509"/>
              <a:ext cx="5013640" cy="125950"/>
            </a:xfrm>
            <a:prstGeom prst="trapezoid">
              <a:avLst>
                <a:gd name="adj" fmla="val 37500"/>
              </a:avLst>
            </a:prstGeom>
            <a:gradFill>
              <a:gsLst>
                <a:gs pos="50000">
                  <a:srgbClr val="F3F3F3"/>
                </a:gs>
                <a:gs pos="26000">
                  <a:schemeClr val="bg1"/>
                </a:gs>
                <a:gs pos="0">
                  <a:srgbClr val="EEEEEE"/>
                </a:gs>
                <a:gs pos="75000">
                  <a:srgbClr val="E2E2E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1" name="梯形 20"/>
            <p:cNvSpPr/>
            <p:nvPr/>
          </p:nvSpPr>
          <p:spPr>
            <a:xfrm rot="5400000" flipH="1">
              <a:off x="7129387" y="3595509"/>
              <a:ext cx="5013640" cy="125950"/>
            </a:xfrm>
            <a:prstGeom prst="trapezoid">
              <a:avLst>
                <a:gd name="adj" fmla="val 37500"/>
              </a:avLst>
            </a:prstGeom>
            <a:gradFill>
              <a:gsLst>
                <a:gs pos="50000">
                  <a:srgbClr val="F3F3F3"/>
                </a:gs>
                <a:gs pos="26000">
                  <a:schemeClr val="bg1"/>
                </a:gs>
                <a:gs pos="0">
                  <a:srgbClr val="EEEEEE"/>
                </a:gs>
                <a:gs pos="75000">
                  <a:srgbClr val="E2E2E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2" name="矩形 21"/>
            <p:cNvSpPr/>
            <p:nvPr/>
          </p:nvSpPr>
          <p:spPr>
            <a:xfrm>
              <a:off x="3900276" y="1151662"/>
              <a:ext cx="1331495" cy="5013642"/>
            </a:xfrm>
            <a:prstGeom prst="rect">
              <a:avLst/>
            </a:prstGeom>
            <a:gradFill>
              <a:gsLst>
                <a:gs pos="0">
                  <a:srgbClr val="F7F7F7">
                    <a:alpha val="0"/>
                  </a:srgbClr>
                </a:gs>
                <a:gs pos="63000">
                  <a:schemeClr val="bg1">
                    <a:alpha val="33000"/>
                  </a:schemeClr>
                </a:gs>
                <a:gs pos="100000">
                  <a:srgbClr val="F7F7F7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3" name="矩形 22"/>
            <p:cNvSpPr/>
            <p:nvPr/>
          </p:nvSpPr>
          <p:spPr>
            <a:xfrm>
              <a:off x="2303475" y="1151664"/>
              <a:ext cx="7269757" cy="5013640"/>
            </a:xfrm>
            <a:prstGeom prst="rect">
              <a:avLst/>
            </a:prstGeom>
            <a:gradFill>
              <a:gsLst>
                <a:gs pos="89000">
                  <a:srgbClr val="F7F7F7"/>
                </a:gs>
                <a:gs pos="74000">
                  <a:srgbClr val="EEEEEE"/>
                </a:gs>
                <a:gs pos="57000">
                  <a:srgbClr val="FBFBFB"/>
                </a:gs>
                <a:gs pos="47000">
                  <a:srgbClr val="EAEAEA"/>
                </a:gs>
                <a:gs pos="29000">
                  <a:srgbClr val="FBFBFB"/>
                </a:gs>
                <a:gs pos="15000">
                  <a:srgbClr val="F7F7F7"/>
                </a:gs>
                <a:gs pos="0">
                  <a:srgbClr val="F7F7F7"/>
                </a:gs>
                <a:gs pos="100000">
                  <a:srgbClr val="F5F5F5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4" name="矩形 23"/>
            <p:cNvSpPr/>
            <p:nvPr/>
          </p:nvSpPr>
          <p:spPr>
            <a:xfrm>
              <a:off x="5979406" y="1151662"/>
              <a:ext cx="308198" cy="5013642"/>
            </a:xfrm>
            <a:prstGeom prst="rect">
              <a:avLst/>
            </a:prstGeom>
            <a:gradFill>
              <a:gsLst>
                <a:gs pos="100000">
                  <a:srgbClr val="F7F7F7">
                    <a:alpha val="0"/>
                  </a:srgbClr>
                </a:gs>
                <a:gs pos="0">
                  <a:schemeClr val="bg1">
                    <a:lumMod val="8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5" name="任意多边形 24"/>
            <p:cNvSpPr/>
            <p:nvPr/>
          </p:nvSpPr>
          <p:spPr>
            <a:xfrm rot="5400000" flipH="1">
              <a:off x="7080192" y="3643031"/>
              <a:ext cx="5013640" cy="30906"/>
            </a:xfrm>
            <a:custGeom>
              <a:avLst/>
              <a:gdLst>
                <a:gd name="connsiteX0" fmla="*/ 5013640 w 5013640"/>
                <a:gd name="connsiteY0" fmla="*/ 54754 h 54754"/>
                <a:gd name="connsiteX1" fmla="*/ 4993107 w 5013640"/>
                <a:gd name="connsiteY1" fmla="*/ 0 h 54754"/>
                <a:gd name="connsiteX2" fmla="*/ 20533 w 5013640"/>
                <a:gd name="connsiteY2" fmla="*/ 0 h 54754"/>
                <a:gd name="connsiteX3" fmla="*/ 0 w 5013640"/>
                <a:gd name="connsiteY3" fmla="*/ 54754 h 5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13640" h="54754">
                  <a:moveTo>
                    <a:pt x="5013640" y="54754"/>
                  </a:moveTo>
                  <a:lnTo>
                    <a:pt x="4993107" y="0"/>
                  </a:lnTo>
                  <a:lnTo>
                    <a:pt x="20533" y="0"/>
                  </a:lnTo>
                  <a:lnTo>
                    <a:pt x="0" y="54754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761314" y="1105596"/>
            <a:ext cx="2614529" cy="2282825"/>
          </a:xfrm>
          <a:prstGeom prst="rect">
            <a:avLst/>
          </a:prstGeom>
        </p:spPr>
        <p:txBody>
          <a:bodyPr wrap="square" lIns="68556" tIns="34278" rIns="68556" bIns="34278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第三章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u=2190213352,1898608478&amp;fm=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900" y="1673225"/>
            <a:ext cx="2249805" cy="2249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4" name="燕尾形 3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5" name="燕尾形 4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8" name="燕尾形 7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792564" y="1384378"/>
            <a:ext cx="3292857" cy="2493809"/>
            <a:chOff x="2282031" y="457200"/>
            <a:chExt cx="7631113" cy="5943600"/>
          </a:xfrm>
        </p:grpSpPr>
        <p:pic>
          <p:nvPicPr>
            <p:cNvPr id="13" name="Picture 3" descr="C:\Users\Administrator\Desktop\iMac_resource.png"/>
            <p:cNvPicPr>
              <a:picLocks noChangeAspect="1" noChangeArrowheads="1"/>
            </p:cNvPicPr>
            <p:nvPr/>
          </p:nvPicPr>
          <p:blipFill>
            <a:blip r:embed="rId1" cstate="screen"/>
            <a:srcRect/>
            <a:stretch>
              <a:fillRect/>
            </a:stretch>
          </p:blipFill>
          <p:spPr bwMode="auto">
            <a:xfrm>
              <a:off x="2282031" y="457200"/>
              <a:ext cx="7631113" cy="5943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矩形 13"/>
            <p:cNvSpPr/>
            <p:nvPr/>
          </p:nvSpPr>
          <p:spPr>
            <a:xfrm>
              <a:off x="3098185" y="980728"/>
              <a:ext cx="6048672" cy="3456384"/>
            </a:xfrm>
            <a:prstGeom prst="rect">
              <a:avLst/>
            </a:prstGeom>
            <a:blipFill>
              <a:blip r:embed="rId2" cstate="screen"/>
              <a:srcRect/>
              <a:stretch>
                <a:fillRect/>
              </a:stretch>
            </a:blip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790266" y="2483225"/>
            <a:ext cx="1457782" cy="1803876"/>
            <a:chOff x="865232" y="1286330"/>
            <a:chExt cx="4013321" cy="4966128"/>
          </a:xfrm>
        </p:grpSpPr>
        <p:pic>
          <p:nvPicPr>
            <p:cNvPr id="16" name="Picture 3"/>
            <p:cNvPicPr>
              <a:picLocks noChangeAspect="1"/>
            </p:cNvPicPr>
            <p:nvPr/>
          </p:nvPicPr>
          <p:blipFill rotWithShape="1">
            <a:blip r:embed="rId3" cstate="screen"/>
            <a:srcRect/>
            <a:stretch>
              <a:fillRect/>
            </a:stretch>
          </p:blipFill>
          <p:spPr>
            <a:xfrm>
              <a:off x="865232" y="1286330"/>
              <a:ext cx="4013321" cy="4966128"/>
            </a:xfrm>
            <a:prstGeom prst="rect">
              <a:avLst/>
            </a:prstGeom>
          </p:spPr>
        </p:pic>
        <p:sp>
          <p:nvSpPr>
            <p:cNvPr id="17" name="Rectangle 4"/>
            <p:cNvSpPr/>
            <p:nvPr/>
          </p:nvSpPr>
          <p:spPr>
            <a:xfrm>
              <a:off x="1454929" y="1875864"/>
              <a:ext cx="2838784" cy="3697941"/>
            </a:xfrm>
            <a:prstGeom prst="rect">
              <a:avLst/>
            </a:prstGeom>
            <a:blipFill>
              <a:blip r:embed="rId4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579067" y="1081449"/>
            <a:ext cx="620233" cy="618851"/>
            <a:chOff x="5962996" y="1700808"/>
            <a:chExt cx="827193" cy="825350"/>
          </a:xfrm>
        </p:grpSpPr>
        <p:sp>
          <p:nvSpPr>
            <p:cNvPr id="19" name="橢圓 5"/>
            <p:cNvSpPr/>
            <p:nvPr/>
          </p:nvSpPr>
          <p:spPr>
            <a:xfrm>
              <a:off x="5962996" y="1700808"/>
              <a:ext cx="827193" cy="82535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1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IN-BoldItalic" pitchFamily="50" charset="0"/>
              </a:endParaRPr>
            </a:p>
          </p:txBody>
        </p:sp>
        <p:sp>
          <p:nvSpPr>
            <p:cNvPr id="20" name="Freeform 454"/>
            <p:cNvSpPr>
              <a:spLocks noEditPoints="1"/>
            </p:cNvSpPr>
            <p:nvPr/>
          </p:nvSpPr>
          <p:spPr bwMode="auto">
            <a:xfrm flipH="1">
              <a:off x="6188219" y="1964142"/>
              <a:ext cx="376746" cy="298681"/>
            </a:xfrm>
            <a:custGeom>
              <a:avLst/>
              <a:gdLst>
                <a:gd name="T0" fmla="*/ 47 w 47"/>
                <a:gd name="T1" fmla="*/ 29 h 37"/>
                <a:gd name="T2" fmla="*/ 43 w 47"/>
                <a:gd name="T3" fmla="*/ 30 h 37"/>
                <a:gd name="T4" fmla="*/ 36 w 47"/>
                <a:gd name="T5" fmla="*/ 37 h 37"/>
                <a:gd name="T6" fmla="*/ 29 w 47"/>
                <a:gd name="T7" fmla="*/ 30 h 37"/>
                <a:gd name="T8" fmla="*/ 19 w 47"/>
                <a:gd name="T9" fmla="*/ 30 h 37"/>
                <a:gd name="T10" fmla="*/ 12 w 47"/>
                <a:gd name="T11" fmla="*/ 37 h 37"/>
                <a:gd name="T12" fmla="*/ 5 w 47"/>
                <a:gd name="T13" fmla="*/ 30 h 37"/>
                <a:gd name="T14" fmla="*/ 4 w 47"/>
                <a:gd name="T15" fmla="*/ 30 h 37"/>
                <a:gd name="T16" fmla="*/ 0 w 47"/>
                <a:gd name="T17" fmla="*/ 29 h 37"/>
                <a:gd name="T18" fmla="*/ 2 w 47"/>
                <a:gd name="T19" fmla="*/ 27 h 37"/>
                <a:gd name="T20" fmla="*/ 2 w 47"/>
                <a:gd name="T21" fmla="*/ 18 h 37"/>
                <a:gd name="T22" fmla="*/ 3 w 47"/>
                <a:gd name="T23" fmla="*/ 13 h 37"/>
                <a:gd name="T24" fmla="*/ 8 w 47"/>
                <a:gd name="T25" fmla="*/ 8 h 37"/>
                <a:gd name="T26" fmla="*/ 11 w 47"/>
                <a:gd name="T27" fmla="*/ 6 h 37"/>
                <a:gd name="T28" fmla="*/ 16 w 47"/>
                <a:gd name="T29" fmla="*/ 6 h 37"/>
                <a:gd name="T30" fmla="*/ 16 w 47"/>
                <a:gd name="T31" fmla="*/ 1 h 37"/>
                <a:gd name="T32" fmla="*/ 17 w 47"/>
                <a:gd name="T33" fmla="*/ 0 h 37"/>
                <a:gd name="T34" fmla="*/ 45 w 47"/>
                <a:gd name="T35" fmla="*/ 0 h 37"/>
                <a:gd name="T36" fmla="*/ 47 w 47"/>
                <a:gd name="T37" fmla="*/ 1 h 37"/>
                <a:gd name="T38" fmla="*/ 47 w 47"/>
                <a:gd name="T39" fmla="*/ 29 h 37"/>
                <a:gd name="T40" fmla="*/ 16 w 47"/>
                <a:gd name="T41" fmla="*/ 17 h 37"/>
                <a:gd name="T42" fmla="*/ 16 w 47"/>
                <a:gd name="T43" fmla="*/ 10 h 37"/>
                <a:gd name="T44" fmla="*/ 11 w 47"/>
                <a:gd name="T45" fmla="*/ 10 h 37"/>
                <a:gd name="T46" fmla="*/ 11 w 47"/>
                <a:gd name="T47" fmla="*/ 10 h 37"/>
                <a:gd name="T48" fmla="*/ 6 w 47"/>
                <a:gd name="T49" fmla="*/ 15 h 37"/>
                <a:gd name="T50" fmla="*/ 5 w 47"/>
                <a:gd name="T51" fmla="*/ 16 h 37"/>
                <a:gd name="T52" fmla="*/ 5 w 47"/>
                <a:gd name="T53" fmla="*/ 17 h 37"/>
                <a:gd name="T54" fmla="*/ 16 w 47"/>
                <a:gd name="T55" fmla="*/ 17 h 37"/>
                <a:gd name="T56" fmla="*/ 12 w 47"/>
                <a:gd name="T57" fmla="*/ 27 h 37"/>
                <a:gd name="T58" fmla="*/ 9 w 47"/>
                <a:gd name="T59" fmla="*/ 30 h 37"/>
                <a:gd name="T60" fmla="*/ 12 w 47"/>
                <a:gd name="T61" fmla="*/ 34 h 37"/>
                <a:gd name="T62" fmla="*/ 16 w 47"/>
                <a:gd name="T63" fmla="*/ 30 h 37"/>
                <a:gd name="T64" fmla="*/ 12 w 47"/>
                <a:gd name="T65" fmla="*/ 27 h 37"/>
                <a:gd name="T66" fmla="*/ 36 w 47"/>
                <a:gd name="T67" fmla="*/ 27 h 37"/>
                <a:gd name="T68" fmla="*/ 33 w 47"/>
                <a:gd name="T69" fmla="*/ 30 h 37"/>
                <a:gd name="T70" fmla="*/ 36 w 47"/>
                <a:gd name="T71" fmla="*/ 34 h 37"/>
                <a:gd name="T72" fmla="*/ 40 w 47"/>
                <a:gd name="T73" fmla="*/ 30 h 37"/>
                <a:gd name="T74" fmla="*/ 36 w 47"/>
                <a:gd name="T75" fmla="*/ 2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7" h="37">
                  <a:moveTo>
                    <a:pt x="47" y="29"/>
                  </a:moveTo>
                  <a:cubicBezTo>
                    <a:pt x="47" y="31"/>
                    <a:pt x="44" y="30"/>
                    <a:pt x="43" y="30"/>
                  </a:cubicBezTo>
                  <a:cubicBezTo>
                    <a:pt x="43" y="34"/>
                    <a:pt x="40" y="37"/>
                    <a:pt x="36" y="37"/>
                  </a:cubicBezTo>
                  <a:cubicBezTo>
                    <a:pt x="32" y="37"/>
                    <a:pt x="29" y="34"/>
                    <a:pt x="29" y="30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4"/>
                    <a:pt x="16" y="37"/>
                    <a:pt x="12" y="37"/>
                  </a:cubicBezTo>
                  <a:cubicBezTo>
                    <a:pt x="8" y="37"/>
                    <a:pt x="5" y="34"/>
                    <a:pt x="5" y="30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2" y="30"/>
                    <a:pt x="0" y="31"/>
                    <a:pt x="0" y="29"/>
                  </a:cubicBezTo>
                  <a:cubicBezTo>
                    <a:pt x="0" y="28"/>
                    <a:pt x="1" y="27"/>
                    <a:pt x="2" y="27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2" y="16"/>
                    <a:pt x="2" y="14"/>
                    <a:pt x="3" y="13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9" y="7"/>
                    <a:pt x="10" y="6"/>
                    <a:pt x="11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6" y="0"/>
                    <a:pt x="47" y="0"/>
                    <a:pt x="47" y="1"/>
                  </a:cubicBezTo>
                  <a:lnTo>
                    <a:pt x="47" y="29"/>
                  </a:lnTo>
                  <a:close/>
                  <a:moveTo>
                    <a:pt x="16" y="17"/>
                  </a:moveTo>
                  <a:cubicBezTo>
                    <a:pt x="16" y="10"/>
                    <a:pt x="16" y="10"/>
                    <a:pt x="16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5"/>
                    <a:pt x="5" y="16"/>
                    <a:pt x="5" y="16"/>
                  </a:cubicBezTo>
                  <a:cubicBezTo>
                    <a:pt x="5" y="17"/>
                    <a:pt x="5" y="17"/>
                    <a:pt x="5" y="17"/>
                  </a:cubicBezTo>
                  <a:lnTo>
                    <a:pt x="16" y="17"/>
                  </a:lnTo>
                  <a:close/>
                  <a:moveTo>
                    <a:pt x="12" y="27"/>
                  </a:moveTo>
                  <a:cubicBezTo>
                    <a:pt x="10" y="27"/>
                    <a:pt x="9" y="28"/>
                    <a:pt x="9" y="30"/>
                  </a:cubicBezTo>
                  <a:cubicBezTo>
                    <a:pt x="9" y="32"/>
                    <a:pt x="10" y="34"/>
                    <a:pt x="12" y="34"/>
                  </a:cubicBezTo>
                  <a:cubicBezTo>
                    <a:pt x="14" y="34"/>
                    <a:pt x="16" y="32"/>
                    <a:pt x="16" y="30"/>
                  </a:cubicBezTo>
                  <a:cubicBezTo>
                    <a:pt x="16" y="28"/>
                    <a:pt x="14" y="27"/>
                    <a:pt x="12" y="27"/>
                  </a:cubicBezTo>
                  <a:close/>
                  <a:moveTo>
                    <a:pt x="36" y="27"/>
                  </a:moveTo>
                  <a:cubicBezTo>
                    <a:pt x="34" y="27"/>
                    <a:pt x="33" y="28"/>
                    <a:pt x="33" y="30"/>
                  </a:cubicBezTo>
                  <a:cubicBezTo>
                    <a:pt x="33" y="32"/>
                    <a:pt x="34" y="34"/>
                    <a:pt x="36" y="34"/>
                  </a:cubicBezTo>
                  <a:cubicBezTo>
                    <a:pt x="38" y="34"/>
                    <a:pt x="40" y="32"/>
                    <a:pt x="40" y="30"/>
                  </a:cubicBezTo>
                  <a:cubicBezTo>
                    <a:pt x="40" y="28"/>
                    <a:pt x="38" y="27"/>
                    <a:pt x="36" y="2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591243" y="1867991"/>
            <a:ext cx="618851" cy="620232"/>
            <a:chOff x="5964839" y="2742182"/>
            <a:chExt cx="825350" cy="827192"/>
          </a:xfrm>
        </p:grpSpPr>
        <p:sp>
          <p:nvSpPr>
            <p:cNvPr id="22" name="橢圓 3"/>
            <p:cNvSpPr/>
            <p:nvPr/>
          </p:nvSpPr>
          <p:spPr>
            <a:xfrm>
              <a:off x="5964839" y="2742182"/>
              <a:ext cx="825350" cy="827192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1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IN-BoldItalic" pitchFamily="50" charset="0"/>
              </a:endParaRPr>
            </a:p>
          </p:txBody>
        </p:sp>
        <p:sp>
          <p:nvSpPr>
            <p:cNvPr id="23" name="Freeform 453"/>
            <p:cNvSpPr>
              <a:spLocks noEditPoints="1"/>
            </p:cNvSpPr>
            <p:nvPr/>
          </p:nvSpPr>
          <p:spPr bwMode="auto">
            <a:xfrm>
              <a:off x="6209990" y="3025613"/>
              <a:ext cx="333203" cy="308290"/>
            </a:xfrm>
            <a:custGeom>
              <a:avLst/>
              <a:gdLst>
                <a:gd name="T0" fmla="*/ 45 w 45"/>
                <a:gd name="T1" fmla="*/ 13 h 42"/>
                <a:gd name="T2" fmla="*/ 30 w 45"/>
                <a:gd name="T3" fmla="*/ 24 h 42"/>
                <a:gd name="T4" fmla="*/ 28 w 45"/>
                <a:gd name="T5" fmla="*/ 27 h 42"/>
                <a:gd name="T6" fmla="*/ 26 w 45"/>
                <a:gd name="T7" fmla="*/ 31 h 42"/>
                <a:gd name="T8" fmla="*/ 29 w 45"/>
                <a:gd name="T9" fmla="*/ 35 h 42"/>
                <a:gd name="T10" fmla="*/ 35 w 45"/>
                <a:gd name="T11" fmla="*/ 39 h 42"/>
                <a:gd name="T12" fmla="*/ 35 w 45"/>
                <a:gd name="T13" fmla="*/ 41 h 42"/>
                <a:gd name="T14" fmla="*/ 34 w 45"/>
                <a:gd name="T15" fmla="*/ 42 h 42"/>
                <a:gd name="T16" fmla="*/ 11 w 45"/>
                <a:gd name="T17" fmla="*/ 42 h 42"/>
                <a:gd name="T18" fmla="*/ 11 w 45"/>
                <a:gd name="T19" fmla="*/ 41 h 42"/>
                <a:gd name="T20" fmla="*/ 11 w 45"/>
                <a:gd name="T21" fmla="*/ 39 h 42"/>
                <a:gd name="T22" fmla="*/ 16 w 45"/>
                <a:gd name="T23" fmla="*/ 35 h 42"/>
                <a:gd name="T24" fmla="*/ 19 w 45"/>
                <a:gd name="T25" fmla="*/ 31 h 42"/>
                <a:gd name="T26" fmla="*/ 17 w 45"/>
                <a:gd name="T27" fmla="*/ 27 h 42"/>
                <a:gd name="T28" fmla="*/ 15 w 45"/>
                <a:gd name="T29" fmla="*/ 24 h 42"/>
                <a:gd name="T30" fmla="*/ 0 w 45"/>
                <a:gd name="T31" fmla="*/ 13 h 42"/>
                <a:gd name="T32" fmla="*/ 0 w 45"/>
                <a:gd name="T33" fmla="*/ 10 h 42"/>
                <a:gd name="T34" fmla="*/ 3 w 45"/>
                <a:gd name="T35" fmla="*/ 7 h 42"/>
                <a:gd name="T36" fmla="*/ 11 w 45"/>
                <a:gd name="T37" fmla="*/ 7 h 42"/>
                <a:gd name="T38" fmla="*/ 11 w 45"/>
                <a:gd name="T39" fmla="*/ 5 h 42"/>
                <a:gd name="T40" fmla="*/ 15 w 45"/>
                <a:gd name="T41" fmla="*/ 0 h 42"/>
                <a:gd name="T42" fmla="*/ 30 w 45"/>
                <a:gd name="T43" fmla="*/ 0 h 42"/>
                <a:gd name="T44" fmla="*/ 35 w 45"/>
                <a:gd name="T45" fmla="*/ 5 h 42"/>
                <a:gd name="T46" fmla="*/ 35 w 45"/>
                <a:gd name="T47" fmla="*/ 7 h 42"/>
                <a:gd name="T48" fmla="*/ 42 w 45"/>
                <a:gd name="T49" fmla="*/ 7 h 42"/>
                <a:gd name="T50" fmla="*/ 45 w 45"/>
                <a:gd name="T51" fmla="*/ 10 h 42"/>
                <a:gd name="T52" fmla="*/ 45 w 45"/>
                <a:gd name="T53" fmla="*/ 13 h 42"/>
                <a:gd name="T54" fmla="*/ 11 w 45"/>
                <a:gd name="T55" fmla="*/ 11 h 42"/>
                <a:gd name="T56" fmla="*/ 4 w 45"/>
                <a:gd name="T57" fmla="*/ 11 h 42"/>
                <a:gd name="T58" fmla="*/ 4 w 45"/>
                <a:gd name="T59" fmla="*/ 13 h 42"/>
                <a:gd name="T60" fmla="*/ 13 w 45"/>
                <a:gd name="T61" fmla="*/ 21 h 42"/>
                <a:gd name="T62" fmla="*/ 11 w 45"/>
                <a:gd name="T63" fmla="*/ 11 h 42"/>
                <a:gd name="T64" fmla="*/ 41 w 45"/>
                <a:gd name="T65" fmla="*/ 11 h 42"/>
                <a:gd name="T66" fmla="*/ 35 w 45"/>
                <a:gd name="T67" fmla="*/ 11 h 42"/>
                <a:gd name="T68" fmla="*/ 33 w 45"/>
                <a:gd name="T69" fmla="*/ 21 h 42"/>
                <a:gd name="T70" fmla="*/ 41 w 45"/>
                <a:gd name="T71" fmla="*/ 13 h 42"/>
                <a:gd name="T72" fmla="*/ 41 w 45"/>
                <a:gd name="T73" fmla="*/ 1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5" h="42">
                  <a:moveTo>
                    <a:pt x="45" y="13"/>
                  </a:moveTo>
                  <a:cubicBezTo>
                    <a:pt x="45" y="18"/>
                    <a:pt x="39" y="24"/>
                    <a:pt x="30" y="24"/>
                  </a:cubicBezTo>
                  <a:cubicBezTo>
                    <a:pt x="29" y="26"/>
                    <a:pt x="28" y="27"/>
                    <a:pt x="28" y="27"/>
                  </a:cubicBezTo>
                  <a:cubicBezTo>
                    <a:pt x="26" y="28"/>
                    <a:pt x="26" y="30"/>
                    <a:pt x="26" y="31"/>
                  </a:cubicBezTo>
                  <a:cubicBezTo>
                    <a:pt x="26" y="33"/>
                    <a:pt x="27" y="35"/>
                    <a:pt x="29" y="35"/>
                  </a:cubicBezTo>
                  <a:cubicBezTo>
                    <a:pt x="32" y="35"/>
                    <a:pt x="35" y="36"/>
                    <a:pt x="35" y="39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4" y="42"/>
                    <a:pt x="34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1"/>
                    <a:pt x="11" y="41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6"/>
                    <a:pt x="13" y="35"/>
                    <a:pt x="16" y="35"/>
                  </a:cubicBezTo>
                  <a:cubicBezTo>
                    <a:pt x="18" y="35"/>
                    <a:pt x="19" y="33"/>
                    <a:pt x="19" y="31"/>
                  </a:cubicBezTo>
                  <a:cubicBezTo>
                    <a:pt x="19" y="30"/>
                    <a:pt x="19" y="28"/>
                    <a:pt x="17" y="27"/>
                  </a:cubicBezTo>
                  <a:cubicBezTo>
                    <a:pt x="17" y="27"/>
                    <a:pt x="16" y="26"/>
                    <a:pt x="15" y="24"/>
                  </a:cubicBezTo>
                  <a:cubicBezTo>
                    <a:pt x="6" y="24"/>
                    <a:pt x="0" y="18"/>
                    <a:pt x="0" y="13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8"/>
                    <a:pt x="1" y="7"/>
                    <a:pt x="3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1" y="2"/>
                    <a:pt x="12" y="0"/>
                    <a:pt x="15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5" y="2"/>
                    <a:pt x="35" y="5"/>
                  </a:cubicBezTo>
                  <a:cubicBezTo>
                    <a:pt x="35" y="7"/>
                    <a:pt x="35" y="7"/>
                    <a:pt x="35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4" y="7"/>
                    <a:pt x="45" y="8"/>
                    <a:pt x="45" y="10"/>
                  </a:cubicBezTo>
                  <a:lnTo>
                    <a:pt x="45" y="13"/>
                  </a:lnTo>
                  <a:close/>
                  <a:moveTo>
                    <a:pt x="11" y="11"/>
                  </a:moveTo>
                  <a:cubicBezTo>
                    <a:pt x="4" y="11"/>
                    <a:pt x="4" y="11"/>
                    <a:pt x="4" y="11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6"/>
                    <a:pt x="7" y="20"/>
                    <a:pt x="13" y="21"/>
                  </a:cubicBezTo>
                  <a:cubicBezTo>
                    <a:pt x="11" y="18"/>
                    <a:pt x="11" y="15"/>
                    <a:pt x="11" y="11"/>
                  </a:cubicBezTo>
                  <a:close/>
                  <a:moveTo>
                    <a:pt x="41" y="11"/>
                  </a:moveTo>
                  <a:cubicBezTo>
                    <a:pt x="35" y="11"/>
                    <a:pt x="35" y="11"/>
                    <a:pt x="35" y="11"/>
                  </a:cubicBezTo>
                  <a:cubicBezTo>
                    <a:pt x="35" y="15"/>
                    <a:pt x="34" y="18"/>
                    <a:pt x="33" y="21"/>
                  </a:cubicBezTo>
                  <a:cubicBezTo>
                    <a:pt x="38" y="20"/>
                    <a:pt x="41" y="16"/>
                    <a:pt x="41" y="13"/>
                  </a:cubicBezTo>
                  <a:lnTo>
                    <a:pt x="41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586687" y="2698650"/>
            <a:ext cx="620233" cy="618851"/>
            <a:chOff x="5962996" y="3789040"/>
            <a:chExt cx="827193" cy="825350"/>
          </a:xfrm>
        </p:grpSpPr>
        <p:sp>
          <p:nvSpPr>
            <p:cNvPr id="25" name="橢圓 5"/>
            <p:cNvSpPr/>
            <p:nvPr/>
          </p:nvSpPr>
          <p:spPr>
            <a:xfrm>
              <a:off x="5962996" y="3789040"/>
              <a:ext cx="827193" cy="82535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1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IN-BoldItalic" pitchFamily="50" charset="0"/>
              </a:endParaRPr>
            </a:p>
          </p:txBody>
        </p:sp>
        <p:sp>
          <p:nvSpPr>
            <p:cNvPr id="26" name="Freeform 336"/>
            <p:cNvSpPr>
              <a:spLocks noEditPoints="1"/>
            </p:cNvSpPr>
            <p:nvPr/>
          </p:nvSpPr>
          <p:spPr bwMode="auto">
            <a:xfrm>
              <a:off x="6224530" y="4048744"/>
              <a:ext cx="314081" cy="314081"/>
            </a:xfrm>
            <a:custGeom>
              <a:avLst/>
              <a:gdLst>
                <a:gd name="T0" fmla="*/ 0 w 90"/>
                <a:gd name="T1" fmla="*/ 40 h 90"/>
                <a:gd name="T2" fmla="*/ 40 w 90"/>
                <a:gd name="T3" fmla="*/ 0 h 90"/>
                <a:gd name="T4" fmla="*/ 40 w 90"/>
                <a:gd name="T5" fmla="*/ 90 h 90"/>
                <a:gd name="T6" fmla="*/ 0 w 90"/>
                <a:gd name="T7" fmla="*/ 50 h 90"/>
                <a:gd name="T8" fmla="*/ 40 w 90"/>
                <a:gd name="T9" fmla="*/ 90 h 90"/>
                <a:gd name="T10" fmla="*/ 33 w 90"/>
                <a:gd name="T11" fmla="*/ 10 h 90"/>
                <a:gd name="T12" fmla="*/ 9 w 90"/>
                <a:gd name="T13" fmla="*/ 33 h 90"/>
                <a:gd name="T14" fmla="*/ 33 w 90"/>
                <a:gd name="T15" fmla="*/ 83 h 90"/>
                <a:gd name="T16" fmla="*/ 9 w 90"/>
                <a:gd name="T17" fmla="*/ 57 h 90"/>
                <a:gd name="T18" fmla="*/ 33 w 90"/>
                <a:gd name="T19" fmla="*/ 83 h 90"/>
                <a:gd name="T20" fmla="*/ 16 w 90"/>
                <a:gd name="T21" fmla="*/ 26 h 90"/>
                <a:gd name="T22" fmla="*/ 26 w 90"/>
                <a:gd name="T23" fmla="*/ 17 h 90"/>
                <a:gd name="T24" fmla="*/ 26 w 90"/>
                <a:gd name="T25" fmla="*/ 74 h 90"/>
                <a:gd name="T26" fmla="*/ 16 w 90"/>
                <a:gd name="T27" fmla="*/ 67 h 90"/>
                <a:gd name="T28" fmla="*/ 26 w 90"/>
                <a:gd name="T29" fmla="*/ 74 h 90"/>
                <a:gd name="T30" fmla="*/ 49 w 90"/>
                <a:gd name="T31" fmla="*/ 40 h 90"/>
                <a:gd name="T32" fmla="*/ 90 w 90"/>
                <a:gd name="T33" fmla="*/ 0 h 90"/>
                <a:gd name="T34" fmla="*/ 90 w 90"/>
                <a:gd name="T35" fmla="*/ 74 h 90"/>
                <a:gd name="T36" fmla="*/ 66 w 90"/>
                <a:gd name="T37" fmla="*/ 67 h 90"/>
                <a:gd name="T38" fmla="*/ 57 w 90"/>
                <a:gd name="T39" fmla="*/ 90 h 90"/>
                <a:gd name="T40" fmla="*/ 49 w 90"/>
                <a:gd name="T41" fmla="*/ 50 h 90"/>
                <a:gd name="T42" fmla="*/ 73 w 90"/>
                <a:gd name="T43" fmla="*/ 57 h 90"/>
                <a:gd name="T44" fmla="*/ 83 w 90"/>
                <a:gd name="T45" fmla="*/ 50 h 90"/>
                <a:gd name="T46" fmla="*/ 90 w 90"/>
                <a:gd name="T47" fmla="*/ 74 h 90"/>
                <a:gd name="T48" fmla="*/ 83 w 90"/>
                <a:gd name="T49" fmla="*/ 10 h 90"/>
                <a:gd name="T50" fmla="*/ 57 w 90"/>
                <a:gd name="T51" fmla="*/ 33 h 90"/>
                <a:gd name="T52" fmla="*/ 73 w 90"/>
                <a:gd name="T53" fmla="*/ 26 h 90"/>
                <a:gd name="T54" fmla="*/ 66 w 90"/>
                <a:gd name="T55" fmla="*/ 17 h 90"/>
                <a:gd name="T56" fmla="*/ 73 w 90"/>
                <a:gd name="T57" fmla="*/ 26 h 90"/>
                <a:gd name="T58" fmla="*/ 66 w 90"/>
                <a:gd name="T59" fmla="*/ 90 h 90"/>
                <a:gd name="T60" fmla="*/ 73 w 90"/>
                <a:gd name="T61" fmla="*/ 83 h 90"/>
                <a:gd name="T62" fmla="*/ 90 w 90"/>
                <a:gd name="T63" fmla="*/ 90 h 90"/>
                <a:gd name="T64" fmla="*/ 83 w 90"/>
                <a:gd name="T65" fmla="*/ 83 h 90"/>
                <a:gd name="T66" fmla="*/ 90 w 90"/>
                <a:gd name="T67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0" h="90">
                  <a:moveTo>
                    <a:pt x="40" y="40"/>
                  </a:moveTo>
                  <a:lnTo>
                    <a:pt x="0" y="40"/>
                  </a:lnTo>
                  <a:lnTo>
                    <a:pt x="0" y="0"/>
                  </a:lnTo>
                  <a:lnTo>
                    <a:pt x="40" y="0"/>
                  </a:lnTo>
                  <a:lnTo>
                    <a:pt x="40" y="40"/>
                  </a:lnTo>
                  <a:close/>
                  <a:moveTo>
                    <a:pt x="40" y="90"/>
                  </a:moveTo>
                  <a:lnTo>
                    <a:pt x="0" y="90"/>
                  </a:lnTo>
                  <a:lnTo>
                    <a:pt x="0" y="50"/>
                  </a:lnTo>
                  <a:lnTo>
                    <a:pt x="40" y="50"/>
                  </a:lnTo>
                  <a:lnTo>
                    <a:pt x="40" y="90"/>
                  </a:lnTo>
                  <a:close/>
                  <a:moveTo>
                    <a:pt x="33" y="33"/>
                  </a:moveTo>
                  <a:lnTo>
                    <a:pt x="33" y="10"/>
                  </a:lnTo>
                  <a:lnTo>
                    <a:pt x="9" y="10"/>
                  </a:lnTo>
                  <a:lnTo>
                    <a:pt x="9" y="33"/>
                  </a:lnTo>
                  <a:lnTo>
                    <a:pt x="33" y="33"/>
                  </a:lnTo>
                  <a:close/>
                  <a:moveTo>
                    <a:pt x="33" y="83"/>
                  </a:moveTo>
                  <a:lnTo>
                    <a:pt x="33" y="57"/>
                  </a:lnTo>
                  <a:lnTo>
                    <a:pt x="9" y="57"/>
                  </a:lnTo>
                  <a:lnTo>
                    <a:pt x="9" y="83"/>
                  </a:lnTo>
                  <a:lnTo>
                    <a:pt x="33" y="83"/>
                  </a:lnTo>
                  <a:close/>
                  <a:moveTo>
                    <a:pt x="26" y="26"/>
                  </a:moveTo>
                  <a:lnTo>
                    <a:pt x="16" y="26"/>
                  </a:lnTo>
                  <a:lnTo>
                    <a:pt x="16" y="17"/>
                  </a:lnTo>
                  <a:lnTo>
                    <a:pt x="26" y="17"/>
                  </a:lnTo>
                  <a:lnTo>
                    <a:pt x="26" y="26"/>
                  </a:lnTo>
                  <a:close/>
                  <a:moveTo>
                    <a:pt x="26" y="74"/>
                  </a:moveTo>
                  <a:lnTo>
                    <a:pt x="16" y="74"/>
                  </a:lnTo>
                  <a:lnTo>
                    <a:pt x="16" y="67"/>
                  </a:lnTo>
                  <a:lnTo>
                    <a:pt x="26" y="67"/>
                  </a:lnTo>
                  <a:lnTo>
                    <a:pt x="26" y="74"/>
                  </a:lnTo>
                  <a:close/>
                  <a:moveTo>
                    <a:pt x="90" y="40"/>
                  </a:moveTo>
                  <a:lnTo>
                    <a:pt x="49" y="40"/>
                  </a:lnTo>
                  <a:lnTo>
                    <a:pt x="49" y="0"/>
                  </a:lnTo>
                  <a:lnTo>
                    <a:pt x="90" y="0"/>
                  </a:lnTo>
                  <a:lnTo>
                    <a:pt x="90" y="40"/>
                  </a:lnTo>
                  <a:close/>
                  <a:moveTo>
                    <a:pt x="90" y="74"/>
                  </a:moveTo>
                  <a:lnTo>
                    <a:pt x="66" y="74"/>
                  </a:lnTo>
                  <a:lnTo>
                    <a:pt x="66" y="67"/>
                  </a:lnTo>
                  <a:lnTo>
                    <a:pt x="57" y="67"/>
                  </a:lnTo>
                  <a:lnTo>
                    <a:pt x="57" y="90"/>
                  </a:lnTo>
                  <a:lnTo>
                    <a:pt x="49" y="90"/>
                  </a:lnTo>
                  <a:lnTo>
                    <a:pt x="49" y="50"/>
                  </a:lnTo>
                  <a:lnTo>
                    <a:pt x="73" y="50"/>
                  </a:lnTo>
                  <a:lnTo>
                    <a:pt x="73" y="57"/>
                  </a:lnTo>
                  <a:lnTo>
                    <a:pt x="83" y="57"/>
                  </a:lnTo>
                  <a:lnTo>
                    <a:pt x="83" y="50"/>
                  </a:lnTo>
                  <a:lnTo>
                    <a:pt x="90" y="50"/>
                  </a:lnTo>
                  <a:lnTo>
                    <a:pt x="90" y="74"/>
                  </a:lnTo>
                  <a:close/>
                  <a:moveTo>
                    <a:pt x="83" y="33"/>
                  </a:moveTo>
                  <a:lnTo>
                    <a:pt x="83" y="10"/>
                  </a:lnTo>
                  <a:lnTo>
                    <a:pt x="57" y="10"/>
                  </a:lnTo>
                  <a:lnTo>
                    <a:pt x="57" y="33"/>
                  </a:lnTo>
                  <a:lnTo>
                    <a:pt x="83" y="33"/>
                  </a:lnTo>
                  <a:close/>
                  <a:moveTo>
                    <a:pt x="73" y="26"/>
                  </a:moveTo>
                  <a:lnTo>
                    <a:pt x="66" y="26"/>
                  </a:lnTo>
                  <a:lnTo>
                    <a:pt x="66" y="17"/>
                  </a:lnTo>
                  <a:lnTo>
                    <a:pt x="73" y="17"/>
                  </a:lnTo>
                  <a:lnTo>
                    <a:pt x="73" y="26"/>
                  </a:lnTo>
                  <a:close/>
                  <a:moveTo>
                    <a:pt x="73" y="90"/>
                  </a:moveTo>
                  <a:lnTo>
                    <a:pt x="66" y="90"/>
                  </a:lnTo>
                  <a:lnTo>
                    <a:pt x="66" y="83"/>
                  </a:lnTo>
                  <a:lnTo>
                    <a:pt x="73" y="83"/>
                  </a:lnTo>
                  <a:lnTo>
                    <a:pt x="73" y="90"/>
                  </a:lnTo>
                  <a:close/>
                  <a:moveTo>
                    <a:pt x="90" y="90"/>
                  </a:moveTo>
                  <a:lnTo>
                    <a:pt x="83" y="90"/>
                  </a:lnTo>
                  <a:lnTo>
                    <a:pt x="83" y="83"/>
                  </a:lnTo>
                  <a:lnTo>
                    <a:pt x="90" y="83"/>
                  </a:lnTo>
                  <a:lnTo>
                    <a:pt x="90" y="9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/>
            </a:p>
          </p:txBody>
        </p:sp>
      </p:grpSp>
      <p:sp>
        <p:nvSpPr>
          <p:cNvPr id="31" name="矩形 30"/>
          <p:cNvSpPr/>
          <p:nvPr/>
        </p:nvSpPr>
        <p:spPr>
          <a:xfrm>
            <a:off x="5331460" y="1165860"/>
            <a:ext cx="1056005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属性节点</a:t>
            </a:r>
            <a:endParaRPr lang="zh-CN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9"/>
          <p:cNvSpPr txBox="1"/>
          <p:nvPr/>
        </p:nvSpPr>
        <p:spPr>
          <a:xfrm>
            <a:off x="3754501" y="174480"/>
            <a:ext cx="1576869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p>
            <a:pPr marL="0" lvl="1" algn="ctr"/>
            <a:r>
              <a:rPr lang="zh-CN" altLang="zh-CN" b="1" dirty="0" smtClean="0">
                <a:solidFill>
                  <a:srgbClr val="0070C0"/>
                </a:solidFill>
                <a:latin typeface="Impact MT Std" pitchFamily="34" charset="0"/>
                <a:ea typeface="微软雅黑" panose="020B0503020204020204" pitchFamily="34" charset="-122"/>
              </a:rPr>
              <a:t>知识点</a:t>
            </a:r>
            <a:endParaRPr lang="zh-CN" altLang="zh-CN" b="1" dirty="0" smtClean="0">
              <a:solidFill>
                <a:srgbClr val="0070C0"/>
              </a:solidFill>
              <a:latin typeface="Impact MT Std" pitchFamily="34" charset="0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331460" y="2839720"/>
            <a:ext cx="1056005" cy="33718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节点操作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331460" y="2026920"/>
            <a:ext cx="2404745" cy="33718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DOM的节点的其他属性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4591132" y="3519070"/>
            <a:ext cx="620233" cy="618851"/>
            <a:chOff x="5962996" y="3789040"/>
            <a:chExt cx="827193" cy="825350"/>
          </a:xfrm>
        </p:grpSpPr>
        <p:sp>
          <p:nvSpPr>
            <p:cNvPr id="32" name="橢圓 5"/>
            <p:cNvSpPr/>
            <p:nvPr/>
          </p:nvSpPr>
          <p:spPr>
            <a:xfrm>
              <a:off x="5962996" y="3789040"/>
              <a:ext cx="827193" cy="82535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1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IN-BoldItalic" pitchFamily="50" charset="0"/>
              </a:endParaRPr>
            </a:p>
          </p:txBody>
        </p:sp>
        <p:sp>
          <p:nvSpPr>
            <p:cNvPr id="33" name="Freeform 336"/>
            <p:cNvSpPr>
              <a:spLocks noEditPoints="1"/>
            </p:cNvSpPr>
            <p:nvPr/>
          </p:nvSpPr>
          <p:spPr bwMode="auto">
            <a:xfrm>
              <a:off x="6224530" y="4048744"/>
              <a:ext cx="314081" cy="314081"/>
            </a:xfrm>
            <a:custGeom>
              <a:avLst/>
              <a:gdLst>
                <a:gd name="T0" fmla="*/ 0 w 90"/>
                <a:gd name="T1" fmla="*/ 40 h 90"/>
                <a:gd name="T2" fmla="*/ 40 w 90"/>
                <a:gd name="T3" fmla="*/ 0 h 90"/>
                <a:gd name="T4" fmla="*/ 40 w 90"/>
                <a:gd name="T5" fmla="*/ 90 h 90"/>
                <a:gd name="T6" fmla="*/ 0 w 90"/>
                <a:gd name="T7" fmla="*/ 50 h 90"/>
                <a:gd name="T8" fmla="*/ 40 w 90"/>
                <a:gd name="T9" fmla="*/ 90 h 90"/>
                <a:gd name="T10" fmla="*/ 33 w 90"/>
                <a:gd name="T11" fmla="*/ 10 h 90"/>
                <a:gd name="T12" fmla="*/ 9 w 90"/>
                <a:gd name="T13" fmla="*/ 33 h 90"/>
                <a:gd name="T14" fmla="*/ 33 w 90"/>
                <a:gd name="T15" fmla="*/ 83 h 90"/>
                <a:gd name="T16" fmla="*/ 9 w 90"/>
                <a:gd name="T17" fmla="*/ 57 h 90"/>
                <a:gd name="T18" fmla="*/ 33 w 90"/>
                <a:gd name="T19" fmla="*/ 83 h 90"/>
                <a:gd name="T20" fmla="*/ 16 w 90"/>
                <a:gd name="T21" fmla="*/ 26 h 90"/>
                <a:gd name="T22" fmla="*/ 26 w 90"/>
                <a:gd name="T23" fmla="*/ 17 h 90"/>
                <a:gd name="T24" fmla="*/ 26 w 90"/>
                <a:gd name="T25" fmla="*/ 74 h 90"/>
                <a:gd name="T26" fmla="*/ 16 w 90"/>
                <a:gd name="T27" fmla="*/ 67 h 90"/>
                <a:gd name="T28" fmla="*/ 26 w 90"/>
                <a:gd name="T29" fmla="*/ 74 h 90"/>
                <a:gd name="T30" fmla="*/ 49 w 90"/>
                <a:gd name="T31" fmla="*/ 40 h 90"/>
                <a:gd name="T32" fmla="*/ 90 w 90"/>
                <a:gd name="T33" fmla="*/ 0 h 90"/>
                <a:gd name="T34" fmla="*/ 90 w 90"/>
                <a:gd name="T35" fmla="*/ 74 h 90"/>
                <a:gd name="T36" fmla="*/ 66 w 90"/>
                <a:gd name="T37" fmla="*/ 67 h 90"/>
                <a:gd name="T38" fmla="*/ 57 w 90"/>
                <a:gd name="T39" fmla="*/ 90 h 90"/>
                <a:gd name="T40" fmla="*/ 49 w 90"/>
                <a:gd name="T41" fmla="*/ 50 h 90"/>
                <a:gd name="T42" fmla="*/ 73 w 90"/>
                <a:gd name="T43" fmla="*/ 57 h 90"/>
                <a:gd name="T44" fmla="*/ 83 w 90"/>
                <a:gd name="T45" fmla="*/ 50 h 90"/>
                <a:gd name="T46" fmla="*/ 90 w 90"/>
                <a:gd name="T47" fmla="*/ 74 h 90"/>
                <a:gd name="T48" fmla="*/ 83 w 90"/>
                <a:gd name="T49" fmla="*/ 10 h 90"/>
                <a:gd name="T50" fmla="*/ 57 w 90"/>
                <a:gd name="T51" fmla="*/ 33 h 90"/>
                <a:gd name="T52" fmla="*/ 73 w 90"/>
                <a:gd name="T53" fmla="*/ 26 h 90"/>
                <a:gd name="T54" fmla="*/ 66 w 90"/>
                <a:gd name="T55" fmla="*/ 17 h 90"/>
                <a:gd name="T56" fmla="*/ 73 w 90"/>
                <a:gd name="T57" fmla="*/ 26 h 90"/>
                <a:gd name="T58" fmla="*/ 66 w 90"/>
                <a:gd name="T59" fmla="*/ 90 h 90"/>
                <a:gd name="T60" fmla="*/ 73 w 90"/>
                <a:gd name="T61" fmla="*/ 83 h 90"/>
                <a:gd name="T62" fmla="*/ 90 w 90"/>
                <a:gd name="T63" fmla="*/ 90 h 90"/>
                <a:gd name="T64" fmla="*/ 83 w 90"/>
                <a:gd name="T65" fmla="*/ 83 h 90"/>
                <a:gd name="T66" fmla="*/ 90 w 90"/>
                <a:gd name="T67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0" h="90">
                  <a:moveTo>
                    <a:pt x="40" y="40"/>
                  </a:moveTo>
                  <a:lnTo>
                    <a:pt x="0" y="40"/>
                  </a:lnTo>
                  <a:lnTo>
                    <a:pt x="0" y="0"/>
                  </a:lnTo>
                  <a:lnTo>
                    <a:pt x="40" y="0"/>
                  </a:lnTo>
                  <a:lnTo>
                    <a:pt x="40" y="40"/>
                  </a:lnTo>
                  <a:close/>
                  <a:moveTo>
                    <a:pt x="40" y="90"/>
                  </a:moveTo>
                  <a:lnTo>
                    <a:pt x="0" y="90"/>
                  </a:lnTo>
                  <a:lnTo>
                    <a:pt x="0" y="50"/>
                  </a:lnTo>
                  <a:lnTo>
                    <a:pt x="40" y="50"/>
                  </a:lnTo>
                  <a:lnTo>
                    <a:pt x="40" y="90"/>
                  </a:lnTo>
                  <a:close/>
                  <a:moveTo>
                    <a:pt x="33" y="33"/>
                  </a:moveTo>
                  <a:lnTo>
                    <a:pt x="33" y="10"/>
                  </a:lnTo>
                  <a:lnTo>
                    <a:pt x="9" y="10"/>
                  </a:lnTo>
                  <a:lnTo>
                    <a:pt x="9" y="33"/>
                  </a:lnTo>
                  <a:lnTo>
                    <a:pt x="33" y="33"/>
                  </a:lnTo>
                  <a:close/>
                  <a:moveTo>
                    <a:pt x="33" y="83"/>
                  </a:moveTo>
                  <a:lnTo>
                    <a:pt x="33" y="57"/>
                  </a:lnTo>
                  <a:lnTo>
                    <a:pt x="9" y="57"/>
                  </a:lnTo>
                  <a:lnTo>
                    <a:pt x="9" y="83"/>
                  </a:lnTo>
                  <a:lnTo>
                    <a:pt x="33" y="83"/>
                  </a:lnTo>
                  <a:close/>
                  <a:moveTo>
                    <a:pt x="26" y="26"/>
                  </a:moveTo>
                  <a:lnTo>
                    <a:pt x="16" y="26"/>
                  </a:lnTo>
                  <a:lnTo>
                    <a:pt x="16" y="17"/>
                  </a:lnTo>
                  <a:lnTo>
                    <a:pt x="26" y="17"/>
                  </a:lnTo>
                  <a:lnTo>
                    <a:pt x="26" y="26"/>
                  </a:lnTo>
                  <a:close/>
                  <a:moveTo>
                    <a:pt x="26" y="74"/>
                  </a:moveTo>
                  <a:lnTo>
                    <a:pt x="16" y="74"/>
                  </a:lnTo>
                  <a:lnTo>
                    <a:pt x="16" y="67"/>
                  </a:lnTo>
                  <a:lnTo>
                    <a:pt x="26" y="67"/>
                  </a:lnTo>
                  <a:lnTo>
                    <a:pt x="26" y="74"/>
                  </a:lnTo>
                  <a:close/>
                  <a:moveTo>
                    <a:pt x="90" y="40"/>
                  </a:moveTo>
                  <a:lnTo>
                    <a:pt x="49" y="40"/>
                  </a:lnTo>
                  <a:lnTo>
                    <a:pt x="49" y="0"/>
                  </a:lnTo>
                  <a:lnTo>
                    <a:pt x="90" y="0"/>
                  </a:lnTo>
                  <a:lnTo>
                    <a:pt x="90" y="40"/>
                  </a:lnTo>
                  <a:close/>
                  <a:moveTo>
                    <a:pt x="90" y="74"/>
                  </a:moveTo>
                  <a:lnTo>
                    <a:pt x="66" y="74"/>
                  </a:lnTo>
                  <a:lnTo>
                    <a:pt x="66" y="67"/>
                  </a:lnTo>
                  <a:lnTo>
                    <a:pt x="57" y="67"/>
                  </a:lnTo>
                  <a:lnTo>
                    <a:pt x="57" y="90"/>
                  </a:lnTo>
                  <a:lnTo>
                    <a:pt x="49" y="90"/>
                  </a:lnTo>
                  <a:lnTo>
                    <a:pt x="49" y="50"/>
                  </a:lnTo>
                  <a:lnTo>
                    <a:pt x="73" y="50"/>
                  </a:lnTo>
                  <a:lnTo>
                    <a:pt x="73" y="57"/>
                  </a:lnTo>
                  <a:lnTo>
                    <a:pt x="83" y="57"/>
                  </a:lnTo>
                  <a:lnTo>
                    <a:pt x="83" y="50"/>
                  </a:lnTo>
                  <a:lnTo>
                    <a:pt x="90" y="50"/>
                  </a:lnTo>
                  <a:lnTo>
                    <a:pt x="90" y="74"/>
                  </a:lnTo>
                  <a:close/>
                  <a:moveTo>
                    <a:pt x="83" y="33"/>
                  </a:moveTo>
                  <a:lnTo>
                    <a:pt x="83" y="10"/>
                  </a:lnTo>
                  <a:lnTo>
                    <a:pt x="57" y="10"/>
                  </a:lnTo>
                  <a:lnTo>
                    <a:pt x="57" y="33"/>
                  </a:lnTo>
                  <a:lnTo>
                    <a:pt x="83" y="33"/>
                  </a:lnTo>
                  <a:close/>
                  <a:moveTo>
                    <a:pt x="73" y="26"/>
                  </a:moveTo>
                  <a:lnTo>
                    <a:pt x="66" y="26"/>
                  </a:lnTo>
                  <a:lnTo>
                    <a:pt x="66" y="17"/>
                  </a:lnTo>
                  <a:lnTo>
                    <a:pt x="73" y="17"/>
                  </a:lnTo>
                  <a:lnTo>
                    <a:pt x="73" y="26"/>
                  </a:lnTo>
                  <a:close/>
                  <a:moveTo>
                    <a:pt x="73" y="90"/>
                  </a:moveTo>
                  <a:lnTo>
                    <a:pt x="66" y="90"/>
                  </a:lnTo>
                  <a:lnTo>
                    <a:pt x="66" y="83"/>
                  </a:lnTo>
                  <a:lnTo>
                    <a:pt x="73" y="83"/>
                  </a:lnTo>
                  <a:lnTo>
                    <a:pt x="73" y="90"/>
                  </a:lnTo>
                  <a:close/>
                  <a:moveTo>
                    <a:pt x="90" y="90"/>
                  </a:moveTo>
                  <a:lnTo>
                    <a:pt x="83" y="90"/>
                  </a:lnTo>
                  <a:lnTo>
                    <a:pt x="83" y="83"/>
                  </a:lnTo>
                  <a:lnTo>
                    <a:pt x="90" y="83"/>
                  </a:lnTo>
                  <a:lnTo>
                    <a:pt x="90" y="9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/>
            </a:p>
          </p:txBody>
        </p:sp>
      </p:grpSp>
      <p:sp>
        <p:nvSpPr>
          <p:cNvPr id="36" name="矩形 35"/>
          <p:cNvSpPr/>
          <p:nvPr/>
        </p:nvSpPr>
        <p:spPr>
          <a:xfrm>
            <a:off x="5331460" y="3662680"/>
            <a:ext cx="2114550" cy="33718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offsetParent参照物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4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1865" y="142875"/>
            <a:ext cx="2776855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491865" y="174625"/>
            <a:ext cx="270065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属性节点</a:t>
            </a:r>
            <a:endParaRPr 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16793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249045" y="864235"/>
            <a:ext cx="692467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/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attributes属性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返回该元素节点的属性节点集合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box.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attributes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//[object NamedNodeMap]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box.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attributes.length;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//返回属性节点个数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box.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attributes[0];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//[object Attr]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返回第一个属性节点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box.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attributes[0].nodeType;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//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为元素节点，2为属性类型，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为文本节点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box.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attributes[0].node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Name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//属性名称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box.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attributes[0].nodeValue;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//属性值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box.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attributes['id'];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//返回属性名称为id的节点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055620" y="142875"/>
            <a:ext cx="3213100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055620" y="174625"/>
            <a:ext cx="3136900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firstChild 和 lastChild 属性</a:t>
            </a:r>
            <a:endParaRPr 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16793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42069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Freeform 9"/>
          <p:cNvSpPr>
            <a:spLocks noEditPoints="1"/>
          </p:cNvSpPr>
          <p:nvPr/>
        </p:nvSpPr>
        <p:spPr bwMode="auto">
          <a:xfrm rot="19469485">
            <a:off x="6445327" y="3449642"/>
            <a:ext cx="1167957" cy="124452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txBody>
          <a:bodyPr vert="horz" wrap="square" lIns="68562" tIns="34281" rIns="68562" bIns="34281" numCol="1" anchor="t" anchorCtr="0" compatLnSpc="1"/>
          <a:p>
            <a:endParaRPr lang="zh-CN" altLang="en-US" sz="1350"/>
          </a:p>
        </p:txBody>
      </p:sp>
      <p:sp>
        <p:nvSpPr>
          <p:cNvPr id="12" name="文本框 11"/>
          <p:cNvSpPr txBox="1"/>
          <p:nvPr/>
        </p:nvSpPr>
        <p:spPr>
          <a:xfrm>
            <a:off x="1318260" y="866140"/>
            <a:ext cx="692277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/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childNodes: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子节点集合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eaLnBrk="0" hangingPunct="0"/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firstChild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用于获取当前元素节点的第一个子节点，相当于 childNodes[0]；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lastChild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用于获取当前元素节点的最后一个子节点，相当于 childNodes[box.childNodes.length- 1]。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//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获取第一个子节点的文本内容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console.log(box.firstChild.nodeValue); 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//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获取最后一个子节点的文本内容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console.log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(box.lastChild.nodeValue); 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  <p:bldP spid="13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2247900" y="142875"/>
            <a:ext cx="5013325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2318385" y="174625"/>
            <a:ext cx="5013960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parentNode</a:t>
            </a:r>
            <a:endParaRPr 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371503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168409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 rot="2700000">
            <a:off x="7366502" y="992250"/>
            <a:ext cx="1216668" cy="1216668"/>
          </a:xfrm>
          <a:prstGeom prst="rect">
            <a:avLst/>
          </a:prstGeom>
          <a:gradFill>
            <a:gsLst>
              <a:gs pos="0">
                <a:srgbClr val="00B0F0"/>
              </a:gs>
              <a:gs pos="100000">
                <a:srgbClr val="46CEB2"/>
              </a:gs>
            </a:gsLst>
            <a:lin ang="5400000" scaled="1"/>
          </a:gradFill>
          <a:ln>
            <a:noFill/>
          </a:ln>
          <a:effectLst>
            <a:outerShdw blurRad="215900" dist="1143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2" name="文本框 11"/>
          <p:cNvSpPr txBox="1"/>
          <p:nvPr/>
        </p:nvSpPr>
        <p:spPr>
          <a:xfrm>
            <a:off x="883285" y="1187450"/>
            <a:ext cx="785812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parentNode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parentNode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属性返回该节点的父节点，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alert(box.parentNode.nodeName);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//获取父节点的标签名 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  <p:bldP spid="13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055620" y="142875"/>
            <a:ext cx="3213100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055620" y="174625"/>
            <a:ext cx="3136900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write()方法</a:t>
            </a:r>
            <a:endParaRPr 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16793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42069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Freeform 9"/>
          <p:cNvSpPr>
            <a:spLocks noEditPoints="1"/>
          </p:cNvSpPr>
          <p:nvPr/>
        </p:nvSpPr>
        <p:spPr bwMode="auto">
          <a:xfrm rot="19469485">
            <a:off x="6445327" y="3449642"/>
            <a:ext cx="1167957" cy="124452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txBody>
          <a:bodyPr vert="horz" wrap="square" lIns="68562" tIns="34281" rIns="68562" bIns="34281" numCol="1" anchor="t" anchorCtr="0" compatLnSpc="1"/>
          <a:p>
            <a:endParaRPr lang="zh-CN" altLang="en-US" sz="1350"/>
          </a:p>
        </p:txBody>
      </p:sp>
      <p:sp>
        <p:nvSpPr>
          <p:cNvPr id="14" name="文本框 13"/>
          <p:cNvSpPr txBox="1"/>
          <p:nvPr/>
        </p:nvSpPr>
        <p:spPr>
          <a:xfrm>
            <a:off x="1238250" y="1875155"/>
            <a:ext cx="695642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write()方法可以把任意字符串插入到文档中去。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document.write('&lt;p&gt;这是一个段落！&lt;/p&gt;')';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//输出任意字符串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  <p:bldP spid="13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2979420" y="142875"/>
            <a:ext cx="3289300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2979420" y="174625"/>
            <a:ext cx="3289300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createElement()</a:t>
            </a:r>
            <a:endParaRPr 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16793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42069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Freeform 9"/>
          <p:cNvSpPr>
            <a:spLocks noEditPoints="1"/>
          </p:cNvSpPr>
          <p:nvPr/>
        </p:nvSpPr>
        <p:spPr bwMode="auto">
          <a:xfrm rot="19469485">
            <a:off x="6445327" y="3449642"/>
            <a:ext cx="1167957" cy="124452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txBody>
          <a:bodyPr vert="horz" wrap="square" lIns="68562" tIns="34281" rIns="68562" bIns="34281" numCol="1" anchor="t" anchorCtr="0" compatLnSpc="1"/>
          <a:p>
            <a:endParaRPr lang="zh-CN" altLang="en-US" sz="1350"/>
          </a:p>
        </p:txBody>
      </p:sp>
      <p:sp>
        <p:nvSpPr>
          <p:cNvPr id="14" name="文本框 13"/>
          <p:cNvSpPr txBox="1"/>
          <p:nvPr/>
        </p:nvSpPr>
        <p:spPr>
          <a:xfrm>
            <a:off x="1238250" y="1875155"/>
            <a:ext cx="695642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createElement()方法可以创建一个元素节点。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//创建一个元素节点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document.createElement('p'); 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  <p:bldP spid="13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055620" y="142875"/>
            <a:ext cx="3213100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055620" y="174625"/>
            <a:ext cx="3136900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appendChild()</a:t>
            </a:r>
            <a:endParaRPr 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16793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42069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Freeform 9"/>
          <p:cNvSpPr>
            <a:spLocks noEditPoints="1"/>
          </p:cNvSpPr>
          <p:nvPr/>
        </p:nvSpPr>
        <p:spPr bwMode="auto">
          <a:xfrm rot="19469485">
            <a:off x="6641542" y="3494727"/>
            <a:ext cx="1167957" cy="124452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txBody>
          <a:bodyPr vert="horz" wrap="square" lIns="68562" tIns="34281" rIns="68562" bIns="34281" numCol="1" anchor="t" anchorCtr="0" compatLnSpc="1"/>
          <a:p>
            <a:endParaRPr lang="zh-CN" altLang="en-US" sz="1350"/>
          </a:p>
        </p:txBody>
      </p:sp>
      <p:sp>
        <p:nvSpPr>
          <p:cNvPr id="12" name="文本框 11"/>
          <p:cNvSpPr txBox="1"/>
          <p:nvPr/>
        </p:nvSpPr>
        <p:spPr>
          <a:xfrm>
            <a:off x="1685290" y="1137285"/>
            <a:ext cx="5773420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appendChild()方法将一个新节点添加到某个节点的子节点列表的末尾上。 </a:t>
            </a:r>
            <a:endParaRPr lang="zh-CN" altLang="en-US" b="1" dirty="0">
              <a:solidFill>
                <a:srgbClr val="FF682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//获取某一个元素节点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ar box=document.getElementById(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'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box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'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); 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//创建一个新元素节点&lt;p&gt;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var p=document.createElement('p'); 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//把新元素节点&lt;p&gt;添加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box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节点的子节点末尾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box.appendChild(p); 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  <p:bldP spid="13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055620" y="142875"/>
            <a:ext cx="3213100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055620" y="174625"/>
            <a:ext cx="3136900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repalceChild()</a:t>
            </a:r>
            <a:endParaRPr 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16793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42069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Freeform 9"/>
          <p:cNvSpPr>
            <a:spLocks noEditPoints="1"/>
          </p:cNvSpPr>
          <p:nvPr/>
        </p:nvSpPr>
        <p:spPr bwMode="auto">
          <a:xfrm rot="19469485">
            <a:off x="6445327" y="3449642"/>
            <a:ext cx="1167957" cy="124452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txBody>
          <a:bodyPr vert="horz" wrap="square" lIns="68562" tIns="34281" rIns="68562" bIns="34281" numCol="1" anchor="t" anchorCtr="0" compatLnSpc="1"/>
          <a:p>
            <a:endParaRPr lang="zh-CN" altLang="en-US" sz="1350"/>
          </a:p>
        </p:txBody>
      </p:sp>
      <p:sp>
        <p:nvSpPr>
          <p:cNvPr id="12" name="文本框 11"/>
          <p:cNvSpPr txBox="1"/>
          <p:nvPr/>
        </p:nvSpPr>
        <p:spPr>
          <a:xfrm>
            <a:off x="1771650" y="1786890"/>
            <a:ext cx="578167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replaceChild()</a:t>
            </a:r>
            <a:r>
              <a:rPr lang="zh-CN" altLang="en-US"/>
              <a:t>方法可以把节点替换成指定的节点。 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//通过父节点调用, p替换了div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box.parentNode.replaceChild(p, div); 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  <p:bldP spid="13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055620" y="142875"/>
            <a:ext cx="3213100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055620" y="174625"/>
            <a:ext cx="3136900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removeChild()</a:t>
            </a:r>
            <a:endParaRPr 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16793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42069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Freeform 9"/>
          <p:cNvSpPr>
            <a:spLocks noEditPoints="1"/>
          </p:cNvSpPr>
          <p:nvPr/>
        </p:nvSpPr>
        <p:spPr bwMode="auto">
          <a:xfrm rot="19469485">
            <a:off x="6445327" y="3449642"/>
            <a:ext cx="1167957" cy="124452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txBody>
          <a:bodyPr vert="horz" wrap="square" lIns="68562" tIns="34281" rIns="68562" bIns="34281" numCol="1" anchor="t" anchorCtr="0" compatLnSpc="1"/>
          <a:p>
            <a:endParaRPr lang="zh-CN" altLang="en-US" sz="1350"/>
          </a:p>
        </p:txBody>
      </p:sp>
      <p:sp>
        <p:nvSpPr>
          <p:cNvPr id="20483" name="矩形 3"/>
          <p:cNvSpPr/>
          <p:nvPr/>
        </p:nvSpPr>
        <p:spPr>
          <a:xfrm>
            <a:off x="1787525" y="1567180"/>
            <a:ext cx="5888355" cy="12299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removeChild()方法可以删除指定子节点</a:t>
            </a:r>
            <a:endParaRPr lang="zh-CN" altLang="en-US" sz="2400" b="1" dirty="0">
              <a:solidFill>
                <a:srgbClr val="FF682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//通过父节点调用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来删除父元素的子节点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li1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.parentNode.removeChild(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li2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);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  <p:bldP spid="13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1963420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altLang="en-US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练习</a:t>
            </a:r>
            <a:endParaRPr lang="zh-CN" altLang="en-US" b="1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48005" y="1271905"/>
            <a:ext cx="298196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、动态表格的创建, 在输入框中输入内容后,点击保存则在表格末尾添加一条记录, 点击删除则会删除对应行的记录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13" name="图片 12" descr="批注 2019-08-24 2023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88410" y="951865"/>
            <a:ext cx="4445635" cy="2418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1963420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altLang="en-US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练习</a:t>
            </a:r>
            <a:endParaRPr lang="zh-CN" altLang="en-US" b="1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9905" y="1189355"/>
            <a:ext cx="298196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、五星好评，点击第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n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颗星星，则前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n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颗星星高亮显示。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一颗星对应：非常差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两颗星对应：差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三颗星对应：一般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四颗星对应：好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五颗星对应：非常好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14" name="图片 13" descr="批注 2019-08-24 2030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9035" y="934720"/>
            <a:ext cx="4495800" cy="2873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3484314" y="1525740"/>
            <a:ext cx="1046460" cy="1046460"/>
            <a:chOff x="1677608" y="2996952"/>
            <a:chExt cx="1395643" cy="1395643"/>
          </a:xfrm>
        </p:grpSpPr>
        <p:sp>
          <p:nvSpPr>
            <p:cNvPr id="13" name="Oval 60"/>
            <p:cNvSpPr>
              <a:spLocks noChangeAspect="1"/>
            </p:cNvSpPr>
            <p:nvPr/>
          </p:nvSpPr>
          <p:spPr>
            <a:xfrm>
              <a:off x="1677608" y="2996952"/>
              <a:ext cx="1395643" cy="1395643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1000"/>
                  </a:schemeClr>
                </a:gs>
                <a:gs pos="0">
                  <a:schemeClr val="bg1">
                    <a:lumMod val="99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Oval 29"/>
            <p:cNvSpPr>
              <a:spLocks noChangeAspect="1"/>
            </p:cNvSpPr>
            <p:nvPr/>
          </p:nvSpPr>
          <p:spPr>
            <a:xfrm>
              <a:off x="1850114" y="3169458"/>
              <a:ext cx="1050630" cy="105063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584766" y="1525740"/>
            <a:ext cx="1046460" cy="1046460"/>
            <a:chOff x="1677608" y="2996952"/>
            <a:chExt cx="1395643" cy="1395643"/>
          </a:xfrm>
        </p:grpSpPr>
        <p:sp>
          <p:nvSpPr>
            <p:cNvPr id="16" name="Oval 60"/>
            <p:cNvSpPr>
              <a:spLocks noChangeAspect="1"/>
            </p:cNvSpPr>
            <p:nvPr/>
          </p:nvSpPr>
          <p:spPr>
            <a:xfrm>
              <a:off x="1677608" y="2996952"/>
              <a:ext cx="1395643" cy="1395643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1000"/>
                  </a:schemeClr>
                </a:gs>
                <a:gs pos="0">
                  <a:schemeClr val="bg1">
                    <a:lumMod val="99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Oval 29"/>
            <p:cNvSpPr>
              <a:spLocks noChangeAspect="1"/>
            </p:cNvSpPr>
            <p:nvPr/>
          </p:nvSpPr>
          <p:spPr>
            <a:xfrm>
              <a:off x="1850114" y="3169458"/>
              <a:ext cx="1050630" cy="105063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685217" y="1525740"/>
            <a:ext cx="1046460" cy="1046460"/>
            <a:chOff x="1677608" y="2996952"/>
            <a:chExt cx="1395643" cy="1395643"/>
          </a:xfrm>
        </p:grpSpPr>
        <p:sp>
          <p:nvSpPr>
            <p:cNvPr id="19" name="Oval 60"/>
            <p:cNvSpPr>
              <a:spLocks noChangeAspect="1"/>
            </p:cNvSpPr>
            <p:nvPr/>
          </p:nvSpPr>
          <p:spPr>
            <a:xfrm>
              <a:off x="1677608" y="2996952"/>
              <a:ext cx="1395643" cy="1395643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1000"/>
                  </a:schemeClr>
                </a:gs>
                <a:gs pos="0">
                  <a:schemeClr val="bg1">
                    <a:lumMod val="99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Oval 29"/>
            <p:cNvSpPr>
              <a:spLocks noChangeAspect="1"/>
            </p:cNvSpPr>
            <p:nvPr/>
          </p:nvSpPr>
          <p:spPr>
            <a:xfrm>
              <a:off x="1850114" y="3169458"/>
              <a:ext cx="1050630" cy="105063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414485" y="1517738"/>
            <a:ext cx="1046460" cy="1046460"/>
            <a:chOff x="1677608" y="2996952"/>
            <a:chExt cx="1395643" cy="1395643"/>
          </a:xfrm>
        </p:grpSpPr>
        <p:sp>
          <p:nvSpPr>
            <p:cNvPr id="22" name="Oval 60"/>
            <p:cNvSpPr>
              <a:spLocks noChangeAspect="1"/>
            </p:cNvSpPr>
            <p:nvPr/>
          </p:nvSpPr>
          <p:spPr>
            <a:xfrm>
              <a:off x="1677608" y="2996952"/>
              <a:ext cx="1395643" cy="1395643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1000"/>
                  </a:schemeClr>
                </a:gs>
                <a:gs pos="0">
                  <a:schemeClr val="bg1">
                    <a:lumMod val="99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Oval 29"/>
            <p:cNvSpPr>
              <a:spLocks noChangeAspect="1"/>
            </p:cNvSpPr>
            <p:nvPr/>
          </p:nvSpPr>
          <p:spPr>
            <a:xfrm>
              <a:off x="1850114" y="3169458"/>
              <a:ext cx="1050630" cy="105063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 flipH="1">
            <a:off x="2802397" y="1741708"/>
            <a:ext cx="26996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3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endParaRPr lang="id-ID" sz="33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 flipH="1">
            <a:off x="3872902" y="1741073"/>
            <a:ext cx="26996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endParaRPr lang="id-ID" sz="33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 flipH="1">
            <a:off x="4972825" y="1741708"/>
            <a:ext cx="26996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3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</a:t>
            </a:r>
            <a:endParaRPr lang="id-ID" sz="33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 flipH="1">
            <a:off x="6073028" y="1741708"/>
            <a:ext cx="26996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id-ID" sz="3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束</a:t>
            </a:r>
            <a:endParaRPr lang="zh-CN" altLang="id-ID" sz="33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9"/>
          <p:cNvSpPr>
            <a:spLocks noEditPoints="1"/>
          </p:cNvSpPr>
          <p:nvPr/>
        </p:nvSpPr>
        <p:spPr bwMode="auto">
          <a:xfrm rot="19469485">
            <a:off x="330912" y="2909257"/>
            <a:ext cx="1167957" cy="124452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txBody>
          <a:bodyPr vert="horz" wrap="square" lIns="68562" tIns="34281" rIns="68562" bIns="34281" numCol="1" anchor="t" anchorCtr="0" compatLnSpc="1"/>
          <a:p>
            <a:endParaRPr lang="zh-CN" altLang="en-US" sz="1350"/>
          </a:p>
        </p:txBody>
      </p:sp>
      <p:sp>
        <p:nvSpPr>
          <p:cNvPr id="3" name="Freeform 9"/>
          <p:cNvSpPr>
            <a:spLocks noEditPoints="1"/>
          </p:cNvSpPr>
          <p:nvPr/>
        </p:nvSpPr>
        <p:spPr bwMode="auto">
          <a:xfrm rot="19469485">
            <a:off x="2980767" y="3535367"/>
            <a:ext cx="1167957" cy="124452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  <p:sp>
        <p:nvSpPr>
          <p:cNvPr id="8" name="Freeform 9"/>
          <p:cNvSpPr>
            <a:spLocks noEditPoints="1"/>
          </p:cNvSpPr>
          <p:nvPr/>
        </p:nvSpPr>
        <p:spPr bwMode="auto">
          <a:xfrm rot="19469485">
            <a:off x="7621982" y="3632522"/>
            <a:ext cx="1167957" cy="124452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txBody>
          <a:bodyPr vert="horz" wrap="square" lIns="68562" tIns="34281" rIns="68562" bIns="34281" numCol="1" anchor="t" anchorCtr="0" compatLnSpc="1"/>
          <a:p>
            <a:endParaRPr lang="zh-CN" altLang="en-US" sz="1350"/>
          </a:p>
        </p:txBody>
      </p:sp>
      <p:sp>
        <p:nvSpPr>
          <p:cNvPr id="9" name="Freeform 9"/>
          <p:cNvSpPr>
            <a:spLocks noEditPoints="1"/>
          </p:cNvSpPr>
          <p:nvPr/>
        </p:nvSpPr>
        <p:spPr bwMode="auto">
          <a:xfrm rot="19469485">
            <a:off x="5181677" y="2909257"/>
            <a:ext cx="1167957" cy="124452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0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4500"/>
                            </p:stCondLst>
                            <p:childTnLst>
                              <p:par>
                                <p:cTn id="9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0"/>
                            </p:stCondLst>
                            <p:childTnLst>
                              <p:par>
                                <p:cTn id="10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500"/>
                            </p:stCondLst>
                            <p:childTnLst>
                              <p:par>
                                <p:cTn id="1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  <p:bldP spid="2" grpId="0" bldLvl="0" animBg="1"/>
      <p:bldP spid="3" grpId="0" bldLvl="0" animBg="1"/>
      <p:bldP spid="8" grpId="0" bldLvl="0" animBg="1"/>
      <p:bldP spid="9" grpId="0" bldLvl="0" animBg="1"/>
    </p:bldLst>
  </p:timing>
</p:sld>
</file>

<file path=ppt/theme/theme1.xml><?xml version="1.0" encoding="utf-8"?>
<a:theme xmlns:a="http://schemas.openxmlformats.org/drawingml/2006/main" name="第一PPT，www.1ppt.com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1440</Words>
  <Application>WPS 演示</Application>
  <PresentationFormat>全屏显示(16:9)</PresentationFormat>
  <Paragraphs>119</Paragraphs>
  <Slides>14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宋体</vt:lpstr>
      <vt:lpstr>Wingdings</vt:lpstr>
      <vt:lpstr>DIN-BoldItalic</vt:lpstr>
      <vt:lpstr>微软雅黑</vt:lpstr>
      <vt:lpstr>Impact MT Std</vt:lpstr>
      <vt:lpstr>Segoe Print</vt:lpstr>
      <vt:lpstr>Calibri</vt:lpstr>
      <vt:lpstr>Arial Unicode MS</vt:lpstr>
      <vt:lpstr>Wingdings</vt:lpstr>
      <vt:lpstr>第一PPT，www.1ppt.com​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毕业答辩</dc:title>
  <dc:creator>第一PPT</dc:creator>
  <cp:keywords>www.1ppt.com</cp:keywords>
  <cp:lastModifiedBy>Administrator</cp:lastModifiedBy>
  <cp:revision>491</cp:revision>
  <dcterms:created xsi:type="dcterms:W3CDTF">2016-01-14T08:47:00Z</dcterms:created>
  <dcterms:modified xsi:type="dcterms:W3CDTF">2019-08-24T13:39:26Z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2052-10.1.0.7698</vt:lpwstr>
  </property>
  <property fmtid="{D5CDD505-2E9C-101B-9397-08002B2CF9AE}" pid="3" name="KSORubyTemplateID">
    <vt:lpwstr>8</vt:lpwstr>
  </property>
</Properties>
</file>